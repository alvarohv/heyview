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3E460-3DD2-BCBF-0C54-39C038B88A03}" v="218" dt="2021-06-27T17:52:51.141"/>
    <p1510:client id="{B37B677B-BD0E-4CA3-A728-5A95045CEC0B}" v="12" dt="2021-06-27T17:46:31.21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nandez" userId="183a8336-f067-4a1d-bbab-4beacba12553" providerId="ADAL" clId="{59E8DB55-425E-4815-B529-1B252DF7ACB4}"/>
    <pc:docChg chg="modSld">
      <pc:chgData name="Alvaro Hernandez" userId="183a8336-f067-4a1d-bbab-4beacba12553" providerId="ADAL" clId="{59E8DB55-425E-4815-B529-1B252DF7ACB4}" dt="2021-02-09T22:32:53.717" v="28" actId="20577"/>
      <pc:docMkLst>
        <pc:docMk/>
      </pc:docMkLst>
      <pc:sldChg chg="modSp mod">
        <pc:chgData name="Alvaro Hernandez" userId="183a8336-f067-4a1d-bbab-4beacba12553" providerId="ADAL" clId="{59E8DB55-425E-4815-B529-1B252DF7ACB4}" dt="2021-02-09T22:19:27.567" v="13" actId="20577"/>
        <pc:sldMkLst>
          <pc:docMk/>
          <pc:sldMk cId="0" sldId="263"/>
        </pc:sldMkLst>
        <pc:graphicFrameChg chg="modGraphic">
          <ac:chgData name="Alvaro Hernandez" userId="183a8336-f067-4a1d-bbab-4beacba12553" providerId="ADAL" clId="{59E8DB55-425E-4815-B529-1B252DF7ACB4}" dt="2021-02-09T22:19:27.567" v="13" actId="20577"/>
          <ac:graphicFrameMkLst>
            <pc:docMk/>
            <pc:sldMk cId="0" sldId="263"/>
            <ac:graphicFrameMk id="180" creationId="{00000000-0000-0000-0000-000000000000}"/>
          </ac:graphicFrameMkLst>
        </pc:graphicFrameChg>
      </pc:sldChg>
      <pc:sldChg chg="modSp mod">
        <pc:chgData name="Alvaro Hernandez" userId="183a8336-f067-4a1d-bbab-4beacba12553" providerId="ADAL" clId="{59E8DB55-425E-4815-B529-1B252DF7ACB4}" dt="2021-02-09T22:32:53.717" v="28" actId="20577"/>
        <pc:sldMkLst>
          <pc:docMk/>
          <pc:sldMk cId="0" sldId="264"/>
        </pc:sldMkLst>
        <pc:spChg chg="mod">
          <ac:chgData name="Alvaro Hernandez" userId="183a8336-f067-4a1d-bbab-4beacba12553" providerId="ADAL" clId="{59E8DB55-425E-4815-B529-1B252DF7ACB4}" dt="2021-02-09T22:32:53.717" v="28" actId="20577"/>
          <ac:spMkLst>
            <pc:docMk/>
            <pc:sldMk cId="0" sldId="264"/>
            <ac:spMk id="186" creationId="{00000000-0000-0000-0000-000000000000}"/>
          </ac:spMkLst>
        </pc:spChg>
      </pc:sldChg>
    </pc:docChg>
  </pc:docChgLst>
  <pc:docChgLst>
    <pc:chgData name="Alvaro Hernandez" userId="S::alvaro@tojiitech.com::183a8336-f067-4a1d-bbab-4beacba12553" providerId="AD" clId="Web-{3333E460-3DD2-BCBF-0C54-39C038B88A03}"/>
    <pc:docChg chg="modSld">
      <pc:chgData name="Alvaro Hernandez" userId="S::alvaro@tojiitech.com::183a8336-f067-4a1d-bbab-4beacba12553" providerId="AD" clId="Web-{3333E460-3DD2-BCBF-0C54-39C038B88A03}" dt="2021-06-27T17:52:49.329" v="157" actId="20577"/>
      <pc:docMkLst>
        <pc:docMk/>
      </pc:docMkLst>
      <pc:sldChg chg="addSp delSp modSp">
        <pc:chgData name="Alvaro Hernandez" userId="S::alvaro@tojiitech.com::183a8336-f067-4a1d-bbab-4beacba12553" providerId="AD" clId="Web-{3333E460-3DD2-BCBF-0C54-39C038B88A03}" dt="2021-06-27T17:52:49.329" v="157" actId="20577"/>
        <pc:sldMkLst>
          <pc:docMk/>
          <pc:sldMk cId="0" sldId="259"/>
        </pc:sldMkLst>
        <pc:spChg chg="add del mod">
          <ac:chgData name="Alvaro Hernandez" userId="S::alvaro@tojiitech.com::183a8336-f067-4a1d-bbab-4beacba12553" providerId="AD" clId="Web-{3333E460-3DD2-BCBF-0C54-39C038B88A03}" dt="2021-06-27T17:06:26.817" v="50"/>
          <ac:spMkLst>
            <pc:docMk/>
            <pc:sldMk cId="0" sldId="259"/>
            <ac:spMk id="3" creationId="{4AFDA3BD-7BFD-49CF-B673-CEDA1CC8B355}"/>
          </ac:spMkLst>
        </pc:spChg>
        <pc:spChg chg="add mod">
          <ac:chgData name="Alvaro Hernandez" userId="S::alvaro@tojiitech.com::183a8336-f067-4a1d-bbab-4beacba12553" providerId="AD" clId="Web-{3333E460-3DD2-BCBF-0C54-39C038B88A03}" dt="2021-06-27T17:52:49.329" v="157" actId="20577"/>
          <ac:spMkLst>
            <pc:docMk/>
            <pc:sldMk cId="0" sldId="259"/>
            <ac:spMk id="3" creationId="{7EBBA809-6702-43BC-8CD1-E618D7D6D700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09:31.574" v="104"/>
          <ac:spMkLst>
            <pc:docMk/>
            <pc:sldMk cId="0" sldId="259"/>
            <ac:spMk id="4" creationId="{38C56EA4-F00B-47FB-9B66-C146D1A4DB03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09:40.855" v="107" actId="14100"/>
          <ac:spMkLst>
            <pc:docMk/>
            <pc:sldMk cId="0" sldId="259"/>
            <ac:spMk id="5" creationId="{0058EE8C-7FF4-4CCF-865C-1480A9F1E332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08:56.260" v="96"/>
          <ac:spMkLst>
            <pc:docMk/>
            <pc:sldMk cId="0" sldId="259"/>
            <ac:spMk id="6" creationId="{AE4DC216-12B4-4AA6-A313-557E5E51BE1F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14:30.490" v="141"/>
          <ac:spMkLst>
            <pc:docMk/>
            <pc:sldMk cId="0" sldId="259"/>
            <ac:spMk id="7" creationId="{C2D5A514-12C8-40C7-9C4D-0A7F93E40921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11:06.983" v="124"/>
          <ac:spMkLst>
            <pc:docMk/>
            <pc:sldMk cId="0" sldId="259"/>
            <ac:spMk id="20" creationId="{98A8C996-D10F-4912-BBC3-E645E94F554B}"/>
          </ac:spMkLst>
        </pc:spChg>
        <pc:spChg chg="add del mod">
          <ac:chgData name="Alvaro Hernandez" userId="S::alvaro@tojiitech.com::183a8336-f067-4a1d-bbab-4beacba12553" providerId="AD" clId="Web-{3333E460-3DD2-BCBF-0C54-39C038B88A03}" dt="2021-06-27T17:11:38.171" v="139"/>
          <ac:spMkLst>
            <pc:docMk/>
            <pc:sldMk cId="0" sldId="259"/>
            <ac:spMk id="21" creationId="{C933D456-0985-4C29-9256-AB436AF80B27}"/>
          </ac:spMkLst>
        </pc:spChg>
        <pc:spChg chg="add mod">
          <ac:chgData name="Alvaro Hernandez" userId="S::alvaro@tojiitech.com::183a8336-f067-4a1d-bbab-4beacba12553" providerId="AD" clId="Web-{3333E460-3DD2-BCBF-0C54-39C038B88A03}" dt="2021-06-27T17:14:53.819" v="150" actId="20577"/>
          <ac:spMkLst>
            <pc:docMk/>
            <pc:sldMk cId="0" sldId="259"/>
            <ac:spMk id="22" creationId="{45842ADE-A6C7-467F-91D6-58B80D2EC8F7}"/>
          </ac:spMkLst>
        </pc:spChg>
        <pc:spChg chg="del">
          <ac:chgData name="Alvaro Hernandez" userId="S::alvaro@tojiitech.com::183a8336-f067-4a1d-bbab-4beacba12553" providerId="AD" clId="Web-{3333E460-3DD2-BCBF-0C54-39C038B88A03}" dt="2021-06-27T17:04:02.140" v="0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Alvaro Hernandez" userId="S::alvaro@tojiitech.com::183a8336-f067-4a1d-bbab-4beacba12553" providerId="AD" clId="Web-{3333E460-3DD2-BCBF-0C54-39C038B88A03}" dt="2021-06-27T17:09:30.089" v="103" actId="14100"/>
          <ac:spMkLst>
            <pc:docMk/>
            <pc:sldMk cId="0" sldId="259"/>
            <ac:spMk id="129" creationId="{00000000-0000-0000-0000-000000000000}"/>
          </ac:spMkLst>
        </pc:spChg>
        <pc:graphicFrameChg chg="add del mod modGraphic">
          <ac:chgData name="Alvaro Hernandez" userId="S::alvaro@tojiitech.com::183a8336-f067-4a1d-bbab-4beacba12553" providerId="AD" clId="Web-{3333E460-3DD2-BCBF-0C54-39C038B88A03}" dt="2021-06-27T17:10:26.841" v="112"/>
          <ac:graphicFrameMkLst>
            <pc:docMk/>
            <pc:sldMk cId="0" sldId="259"/>
            <ac:graphicFrameMk id="8" creationId="{18C59CD6-725E-4E3B-B1C6-F9CE79F6E30C}"/>
          </ac:graphicFrameMkLst>
        </pc:graphicFrameChg>
        <pc:picChg chg="mod">
          <ac:chgData name="Alvaro Hernandez" userId="S::alvaro@tojiitech.com::183a8336-f067-4a1d-bbab-4beacba12553" providerId="AD" clId="Web-{3333E460-3DD2-BCBF-0C54-39C038B88A03}" dt="2021-06-27T17:04:08.640" v="2" actId="1076"/>
          <ac:picMkLst>
            <pc:docMk/>
            <pc:sldMk cId="0" sldId="259"/>
            <ac:picMk id="130" creationId="{00000000-0000-0000-0000-000000000000}"/>
          </ac:picMkLst>
        </pc:picChg>
      </pc:sldChg>
    </pc:docChg>
  </pc:docChgLst>
  <pc:docChgLst>
    <pc:chgData name="Alvaro Hernandez" userId="183a8336-f067-4a1d-bbab-4beacba12553" providerId="ADAL" clId="{B37B677B-BD0E-4CA3-A728-5A95045CEC0B}"/>
    <pc:docChg chg="custSel modSld">
      <pc:chgData name="Alvaro Hernandez" userId="183a8336-f067-4a1d-bbab-4beacba12553" providerId="ADAL" clId="{B37B677B-BD0E-4CA3-A728-5A95045CEC0B}" dt="2021-06-27T17:46:31.214" v="17" actId="478"/>
      <pc:docMkLst>
        <pc:docMk/>
      </pc:docMkLst>
      <pc:sldChg chg="addSp delSp modSp mod">
        <pc:chgData name="Alvaro Hernandez" userId="183a8336-f067-4a1d-bbab-4beacba12553" providerId="ADAL" clId="{B37B677B-BD0E-4CA3-A728-5A95045CEC0B}" dt="2021-06-27T17:46:31.214" v="17" actId="478"/>
        <pc:sldMkLst>
          <pc:docMk/>
          <pc:sldMk cId="0" sldId="259"/>
        </pc:sldMkLst>
        <pc:spChg chg="add del mod">
          <ac:chgData name="Alvaro Hernandez" userId="183a8336-f067-4a1d-bbab-4beacba12553" providerId="ADAL" clId="{B37B677B-BD0E-4CA3-A728-5A95045CEC0B}" dt="2021-06-27T17:46:31.214" v="17" actId="478"/>
          <ac:spMkLst>
            <pc:docMk/>
            <pc:sldMk cId="0" sldId="259"/>
            <ac:spMk id="2" creationId="{78131170-287D-4001-9ED6-6B173F90658C}"/>
          </ac:spMkLst>
        </pc:spChg>
        <pc:spChg chg="add del mod">
          <ac:chgData name="Alvaro Hernandez" userId="183a8336-f067-4a1d-bbab-4beacba12553" providerId="ADAL" clId="{B37B677B-BD0E-4CA3-A728-5A95045CEC0B}" dt="2021-06-27T17:43:30.070" v="4" actId="478"/>
          <ac:spMkLst>
            <pc:docMk/>
            <pc:sldMk cId="0" sldId="259"/>
            <ac:spMk id="2" creationId="{A31CD864-C43D-4D23-AA2C-BDECEC789767}"/>
          </ac:spMkLst>
        </pc:spChg>
        <pc:spChg chg="del">
          <ac:chgData name="Alvaro Hernandez" userId="183a8336-f067-4a1d-bbab-4beacba12553" providerId="ADAL" clId="{B37B677B-BD0E-4CA3-A728-5A95045CEC0B}" dt="2021-06-27T17:43:16.510" v="0" actId="478"/>
          <ac:spMkLst>
            <pc:docMk/>
            <pc:sldMk cId="0" sldId="259"/>
            <ac:spMk id="5" creationId="{0058EE8C-7FF4-4CCF-865C-1480A9F1E332}"/>
          </ac:spMkLst>
        </pc:spChg>
        <pc:spChg chg="del">
          <ac:chgData name="Alvaro Hernandez" userId="183a8336-f067-4a1d-bbab-4beacba12553" providerId="ADAL" clId="{B37B677B-BD0E-4CA3-A728-5A95045CEC0B}" dt="2021-06-27T17:43:31.202" v="5" actId="478"/>
          <ac:spMkLst>
            <pc:docMk/>
            <pc:sldMk cId="0" sldId="259"/>
            <ac:spMk id="22" creationId="{45842ADE-A6C7-467F-91D6-58B80D2EC8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>
            <a:spLocks noGrp="1"/>
          </p:cNvSpPr>
          <p:nvPr>
            <p:ph type="ctrTitle"/>
          </p:nvPr>
        </p:nvSpPr>
        <p:spPr>
          <a:xfrm>
            <a:off x="3750759" y="690521"/>
            <a:ext cx="4897801" cy="1489685"/>
          </a:xfrm>
          <a:prstGeom prst="rect">
            <a:avLst/>
          </a:prstGeom>
        </p:spPr>
        <p:txBody>
          <a:bodyPr/>
          <a:lstStyle>
            <a:lvl1pPr algn="r">
              <a:defRPr sz="7300">
                <a:solidFill>
                  <a:srgbClr val="FFFFFF"/>
                </a:solidFill>
                <a:latin typeface="Comfortaa Bold"/>
                <a:ea typeface="Comfortaa Bold"/>
                <a:cs typeface="Comfortaa Bold"/>
                <a:sym typeface="Comfortaa Bold"/>
              </a:defRPr>
            </a:lvl1pPr>
          </a:lstStyle>
          <a:p>
            <a:r>
              <a:t>KDF</a:t>
            </a:r>
          </a:p>
        </p:txBody>
      </p:sp>
      <p:pic>
        <p:nvPicPr>
          <p:cNvPr id="110" name="Google Shape;56;p13" descr="Google Shape;56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449" y="4197775"/>
            <a:ext cx="1286551" cy="48590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1;p14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4" name="Google Shape;62;p14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831724"/>
          </a:xfrm>
          <a:prstGeom prst="rect">
            <a:avLst/>
          </a:prstGeom>
        </p:spPr>
        <p:txBody>
          <a:bodyPr/>
          <a:lstStyle>
            <a:lvl1pPr defTabSz="406908">
              <a:defRPr sz="418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Methodology</a:t>
            </a:r>
          </a:p>
        </p:txBody>
      </p:sp>
      <p:sp>
        <p:nvSpPr>
          <p:cNvPr id="115" name="Google Shape;63;p14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/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>
                <a:latin typeface="Comfortaa" pitchFamily="2" charset="0"/>
              </a:rPr>
              <a:t>SMART: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endParaRPr lang="es-CR"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>
                <a:solidFill>
                  <a:srgbClr val="666666"/>
                </a:solidFill>
                <a:effectLst/>
                <a:latin typeface="Comfortaa" pitchFamily="2" charset="0"/>
              </a:rPr>
              <a:t>Specific</a:t>
            </a:r>
            <a:endParaRPr lang="es-CR" b="1" i="0">
              <a:solidFill>
                <a:srgbClr val="666666"/>
              </a:solidFill>
              <a:effectLst/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>
                <a:solidFill>
                  <a:srgbClr val="666666"/>
                </a:solidFill>
                <a:effectLst/>
                <a:latin typeface="Comfortaa" pitchFamily="2" charset="0"/>
              </a:rPr>
              <a:t>Measurable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>
                <a:solidFill>
                  <a:srgbClr val="666666"/>
                </a:solidFill>
                <a:effectLst/>
                <a:latin typeface="Comfortaa" pitchFamily="2" charset="0"/>
              </a:rPr>
              <a:t>Attainable</a:t>
            </a:r>
            <a:endParaRPr lang="en-US" b="1">
              <a:solidFill>
                <a:srgbClr val="666666"/>
              </a:solidFill>
              <a:latin typeface="Comfortaa" pitchFamily="2" charset="0"/>
            </a:endParaRP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>
                <a:solidFill>
                  <a:srgbClr val="666666"/>
                </a:solidFill>
                <a:effectLst/>
                <a:latin typeface="Comfortaa" pitchFamily="2" charset="0"/>
              </a:rPr>
              <a:t>Relevant</a:t>
            </a:r>
          </a:p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n-US" b="1" i="0">
                <a:solidFill>
                  <a:srgbClr val="666666"/>
                </a:solidFill>
                <a:effectLst/>
                <a:latin typeface="Comfortaa" pitchFamily="2" charset="0"/>
              </a:rPr>
              <a:t>Timely</a:t>
            </a:r>
            <a:endParaRPr>
              <a:latin typeface="Comfortaa" pitchFamily="2" charset="0"/>
            </a:endParaRPr>
          </a:p>
        </p:txBody>
      </p:sp>
      <p:sp>
        <p:nvSpPr>
          <p:cNvPr id="116" name="Google Shape;64;p14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17" name="Google Shape;65;p14" descr="Google Shape;65;p14"/>
          <p:cNvPicPr>
            <a:picLocks noChangeAspect="1"/>
          </p:cNvPicPr>
          <p:nvPr/>
        </p:nvPicPr>
        <p:blipFill>
          <a:blip r:embed="rId2"/>
          <a:srcRect r="18699" b="30938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1" name="Google Shape;71;p15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723718"/>
          </a:xfrm>
          <a:prstGeom prst="rect">
            <a:avLst/>
          </a:prstGeom>
        </p:spPr>
        <p:txBody>
          <a:bodyPr/>
          <a:lstStyle>
            <a:lvl1pPr defTabSz="342900">
              <a:defRPr sz="3525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Resources</a:t>
            </a:r>
          </a:p>
        </p:txBody>
      </p:sp>
      <p:sp>
        <p:nvSpPr>
          <p:cNvPr id="122" name="Google Shape;72;p15"/>
          <p:cNvSpPr txBox="1">
            <a:spLocks noGrp="1"/>
          </p:cNvSpPr>
          <p:nvPr>
            <p:ph type="body" sz="quarter" idx="1"/>
          </p:nvPr>
        </p:nvSpPr>
        <p:spPr>
          <a:xfrm>
            <a:off x="326621" y="2025069"/>
            <a:ext cx="4703401" cy="183911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1 PM</a:t>
            </a:r>
          </a:p>
          <a:p>
            <a:pPr marL="0" indent="0">
              <a:spcBef>
                <a:spcPts val="1600"/>
              </a:spcBef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2 Developers</a:t>
            </a:r>
          </a:p>
          <a:p>
            <a:pPr marL="0" indent="0">
              <a:spcBef>
                <a:spcPts val="1600"/>
              </a:spcBef>
              <a:buSzTx/>
              <a:buNone/>
              <a:defRPr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2 QA</a:t>
            </a:r>
          </a:p>
        </p:txBody>
      </p:sp>
      <p:sp>
        <p:nvSpPr>
          <p:cNvPr id="123" name="Google Shape;73;p15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24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29" name="Google Shape;73;p15"/>
          <p:cNvSpPr/>
          <p:nvPr/>
        </p:nvSpPr>
        <p:spPr>
          <a:xfrm>
            <a:off x="-234402" y="0"/>
            <a:ext cx="9378477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30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BBA809-6702-43BC-8CD1-E618D7D6D700}"/>
              </a:ext>
            </a:extLst>
          </p:cNvPr>
          <p:cNvSpPr/>
          <p:nvPr/>
        </p:nvSpPr>
        <p:spPr>
          <a:xfrm>
            <a:off x="5114925" y="3114675"/>
            <a:ext cx="914400" cy="215444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/>
              <a:t>QA Team</a:t>
            </a: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4" name="Google Shape;72;p15"/>
          <p:cNvSpPr txBox="1">
            <a:spLocks noGrp="1"/>
          </p:cNvSpPr>
          <p:nvPr>
            <p:ph type="body" sz="quarter" idx="1"/>
          </p:nvPr>
        </p:nvSpPr>
        <p:spPr>
          <a:xfrm>
            <a:off x="1682526" y="1037806"/>
            <a:ext cx="1868384" cy="3250997"/>
          </a:xfrm>
          <a:prstGeom prst="rect">
            <a:avLst/>
          </a:prstGeom>
        </p:spPr>
        <p:txBody>
          <a:bodyPr/>
          <a:lstStyle/>
          <a:p>
            <a:pPr marL="0" indent="0" defTabSz="274320">
              <a:lnSpc>
                <a:spcPts val="1300"/>
              </a:lnSpc>
              <a:buClrTx/>
              <a:buSzTx/>
              <a:buFontTx/>
              <a:buNone/>
              <a:defRPr sz="1200" spc="-24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Based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  <a:endParaRPr spc="-99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marL="0" indent="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 spc="-2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marL="0" lvl="1" indent="137160" defTabSz="274320">
              <a:lnSpc>
                <a:spcPts val="12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36" name="Line"/>
          <p:cNvSpPr/>
          <p:nvPr/>
        </p:nvSpPr>
        <p:spPr>
          <a:xfrm>
            <a:off x="1118451" y="6887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7" name="Line"/>
          <p:cNvSpPr/>
          <p:nvPr/>
        </p:nvSpPr>
        <p:spPr>
          <a:xfrm flipH="1">
            <a:off x="4432961" y="6983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Phase I : DEEP DIVE"/>
          <p:cNvSpPr txBox="1"/>
          <p:nvPr/>
        </p:nvSpPr>
        <p:spPr>
          <a:xfrm>
            <a:off x="2888299" y="269126"/>
            <a:ext cx="3089325" cy="376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ts val="30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Phase I : DEEP DIVE</a:t>
            </a:r>
          </a:p>
        </p:txBody>
      </p:sp>
      <p:sp>
        <p:nvSpPr>
          <p:cNvPr id="139" name="Google Shape;72;p15"/>
          <p:cNvSpPr txBox="1"/>
          <p:nvPr/>
        </p:nvSpPr>
        <p:spPr>
          <a:xfrm>
            <a:off x="5289614" y="1017513"/>
            <a:ext cx="1592084" cy="208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297179">
              <a:lnSpc>
                <a:spcPts val="1400"/>
              </a:lnSpc>
              <a:defRPr sz="1300" spc="-26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</a:t>
            </a: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07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48589" defTabSz="297179">
              <a:lnSpc>
                <a:spcPts val="1200"/>
              </a:lnSpc>
              <a:spcBef>
                <a:spcPts val="5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297179">
              <a:lnSpc>
                <a:spcPts val="1200"/>
              </a:lnSpc>
              <a:spcBef>
                <a:spcPts val="2400"/>
              </a:spcBef>
              <a:defRPr sz="1300" spc="-10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</a:t>
            </a:r>
          </a:p>
          <a:p>
            <a:pPr lvl="1" indent="148589" defTabSz="297179">
              <a:lnSpc>
                <a:spcPts val="0"/>
              </a:lnSpc>
              <a:spcBef>
                <a:spcPts val="2400"/>
              </a:spcBef>
              <a:defRPr sz="130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40" name="Circle"/>
          <p:cNvSpPr/>
          <p:nvPr/>
        </p:nvSpPr>
        <p:spPr>
          <a:xfrm>
            <a:off x="1626485" y="1144103"/>
            <a:ext cx="101083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1" name="Circle"/>
          <p:cNvSpPr/>
          <p:nvPr/>
        </p:nvSpPr>
        <p:spPr>
          <a:xfrm>
            <a:off x="1626485" y="2247352"/>
            <a:ext cx="101083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2" name="Circle"/>
          <p:cNvSpPr/>
          <p:nvPr/>
        </p:nvSpPr>
        <p:spPr>
          <a:xfrm>
            <a:off x="1626485" y="3561836"/>
            <a:ext cx="101083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3" name="Circle"/>
          <p:cNvSpPr/>
          <p:nvPr/>
        </p:nvSpPr>
        <p:spPr>
          <a:xfrm>
            <a:off x="5240300" y="1144103"/>
            <a:ext cx="101082" cy="102497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44" name="Circle"/>
          <p:cNvSpPr/>
          <p:nvPr/>
        </p:nvSpPr>
        <p:spPr>
          <a:xfrm>
            <a:off x="5240300" y="2328971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pic>
        <p:nvPicPr>
          <p:cNvPr id="145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49" name="Google Shape;72;p15"/>
          <p:cNvSpPr txBox="1"/>
          <p:nvPr/>
        </p:nvSpPr>
        <p:spPr>
          <a:xfrm>
            <a:off x="1790560" y="1036481"/>
            <a:ext cx="1734394" cy="3070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310895">
              <a:lnSpc>
                <a:spcPts val="800"/>
              </a:lnSpc>
              <a:defRPr sz="1360" spc="-27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UI IPAD</a:t>
            </a:r>
          </a:p>
          <a:p>
            <a:pPr defTabSz="310895">
              <a:lnSpc>
                <a:spcPts val="1300"/>
              </a:lnSpc>
              <a:spcBef>
                <a:spcPts val="2500"/>
              </a:spcBef>
              <a:defRPr sz="1360" spc="-112"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Based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3-Week </a:t>
            </a:r>
            <a:endParaRPr spc="-112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 spc="-2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 spc="-27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3-Week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defTabSz="310895">
              <a:lnSpc>
                <a:spcPts val="1300"/>
              </a:lnSpc>
              <a:spcBef>
                <a:spcPts val="500"/>
              </a:spcBef>
              <a:defRPr sz="13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</p:txBody>
      </p:sp>
      <p:sp>
        <p:nvSpPr>
          <p:cNvPr id="150" name="Line"/>
          <p:cNvSpPr/>
          <p:nvPr/>
        </p:nvSpPr>
        <p:spPr>
          <a:xfrm>
            <a:off x="1118451" y="6887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Phase II : IPAD DEVELOPMENT"/>
          <p:cNvSpPr txBox="1"/>
          <p:nvPr/>
        </p:nvSpPr>
        <p:spPr>
          <a:xfrm>
            <a:off x="2217293" y="227111"/>
            <a:ext cx="4709414" cy="36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ts val="29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Phase II : IPAD DEVELOPMENT</a:t>
            </a:r>
          </a:p>
        </p:txBody>
      </p:sp>
      <p:sp>
        <p:nvSpPr>
          <p:cNvPr id="152" name="Google Shape;72;p15"/>
          <p:cNvSpPr txBox="1"/>
          <p:nvPr/>
        </p:nvSpPr>
        <p:spPr>
          <a:xfrm>
            <a:off x="5340970" y="920342"/>
            <a:ext cx="2153958" cy="30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288036">
              <a:lnSpc>
                <a:spcPts val="1200"/>
              </a:lnSpc>
              <a:spcBef>
                <a:spcPts val="500"/>
              </a:spcBef>
              <a:defRPr sz="1260" spc="-25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  <a:p>
            <a:pPr defTabSz="288036">
              <a:lnSpc>
                <a:spcPts val="1200"/>
              </a:lnSpc>
              <a:spcBef>
                <a:spcPts val="2300"/>
              </a:spcBef>
              <a:defRPr sz="1260" spc="-103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03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44018" defTabSz="288036">
              <a:lnSpc>
                <a:spcPts val="1200"/>
              </a:lnSpc>
              <a:spcBef>
                <a:spcPts val="5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288036">
              <a:lnSpc>
                <a:spcPts val="1200"/>
              </a:lnSpc>
              <a:spcBef>
                <a:spcPts val="2300"/>
              </a:spcBef>
              <a:defRPr sz="1260" spc="-103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</a:t>
            </a:r>
          </a:p>
          <a:p>
            <a:pPr lvl="1" indent="144018" defTabSz="288036">
              <a:lnSpc>
                <a:spcPts val="0"/>
              </a:lnSpc>
              <a:spcBef>
                <a:spcPts val="23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Deploy to Prod</a:t>
            </a:r>
          </a:p>
          <a:p>
            <a:pPr lvl="1" indent="144018" defTabSz="288036">
              <a:lnSpc>
                <a:spcPts val="0"/>
              </a:lnSpc>
              <a:spcBef>
                <a:spcPts val="2200"/>
              </a:spcBef>
              <a:defRPr sz="12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53" name="Line"/>
          <p:cNvSpPr/>
          <p:nvPr/>
        </p:nvSpPr>
        <p:spPr>
          <a:xfrm flipH="1">
            <a:off x="4432961" y="6983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Circle"/>
          <p:cNvSpPr/>
          <p:nvPr/>
        </p:nvSpPr>
        <p:spPr>
          <a:xfrm>
            <a:off x="1706596" y="1098326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5" name="Circle"/>
          <p:cNvSpPr/>
          <p:nvPr/>
        </p:nvSpPr>
        <p:spPr>
          <a:xfrm>
            <a:off x="1706596" y="159137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6" name="Circle"/>
          <p:cNvSpPr/>
          <p:nvPr/>
        </p:nvSpPr>
        <p:spPr>
          <a:xfrm>
            <a:off x="1706596" y="2820523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7" name="Circle"/>
          <p:cNvSpPr/>
          <p:nvPr/>
        </p:nvSpPr>
        <p:spPr>
          <a:xfrm>
            <a:off x="5285750" y="1022126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8" name="Circle"/>
          <p:cNvSpPr/>
          <p:nvPr/>
        </p:nvSpPr>
        <p:spPr>
          <a:xfrm>
            <a:off x="5285750" y="1937541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59" name="Circle"/>
          <p:cNvSpPr/>
          <p:nvPr/>
        </p:nvSpPr>
        <p:spPr>
          <a:xfrm>
            <a:off x="5285750" y="3096694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pic>
        <p:nvPicPr>
          <p:cNvPr id="160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400446" y="3596349"/>
            <a:ext cx="1739283" cy="153943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70;p15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65" name="Google Shape;72;p15"/>
          <p:cNvSpPr txBox="1"/>
          <p:nvPr/>
        </p:nvSpPr>
        <p:spPr>
          <a:xfrm>
            <a:off x="1382253" y="831583"/>
            <a:ext cx="2921804" cy="353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pPr defTabSz="324611">
              <a:lnSpc>
                <a:spcPts val="3800"/>
              </a:lnSpc>
              <a:defRPr sz="1420" spc="-28"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t>UI IPAD</a:t>
            </a:r>
          </a:p>
          <a:p>
            <a:pPr defTabSz="324611">
              <a:lnSpc>
                <a:spcPts val="3800"/>
              </a:lnSpc>
              <a:defRPr sz="1420" spc="-28"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t>Based :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  <a:endParaRPr spc="-117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Initial Setup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Set Dev Env</a:t>
            </a:r>
          </a:p>
          <a:p>
            <a:pPr defTabSz="324611">
              <a:lnSpc>
                <a:spcPts val="1400"/>
              </a:lnSpc>
              <a:spcBef>
                <a:spcPts val="600"/>
              </a:spcBef>
              <a:defRPr sz="1420" spc="-28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endParaRPr/>
          </a:p>
          <a:p>
            <a:pPr defTabSz="324611">
              <a:lnSpc>
                <a:spcPts val="1400"/>
              </a:lnSpc>
              <a:spcBef>
                <a:spcPts val="600"/>
              </a:spcBef>
              <a:defRPr sz="1420" spc="-28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Security :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3 Week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Login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Reset Password </a:t>
            </a:r>
          </a:p>
          <a:p>
            <a:pPr lvl="1" indent="162305" defTabSz="324611">
              <a:lnSpc>
                <a:spcPts val="1400"/>
              </a:lnSpc>
              <a:spcBef>
                <a:spcPts val="600"/>
              </a:spcBef>
              <a:defRPr sz="142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Forgot Password</a:t>
            </a:r>
          </a:p>
        </p:txBody>
      </p:sp>
      <p:sp>
        <p:nvSpPr>
          <p:cNvPr id="166" name="Line"/>
          <p:cNvSpPr/>
          <p:nvPr/>
        </p:nvSpPr>
        <p:spPr>
          <a:xfrm>
            <a:off x="1118451" y="879220"/>
            <a:ext cx="6629021" cy="1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67" name="Line"/>
          <p:cNvSpPr/>
          <p:nvPr/>
        </p:nvSpPr>
        <p:spPr>
          <a:xfrm flipH="1">
            <a:off x="4432961" y="888843"/>
            <a:ext cx="1" cy="3531230"/>
          </a:xfrm>
          <a:prstGeom prst="line">
            <a:avLst/>
          </a:prstGeom>
          <a:ln w="25400">
            <a:solidFill>
              <a:srgbClr val="3C2688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68" name="Phase III: WEB DEVELOPMENT"/>
          <p:cNvSpPr txBox="1"/>
          <p:nvPr/>
        </p:nvSpPr>
        <p:spPr>
          <a:xfrm>
            <a:off x="2142802" y="260732"/>
            <a:ext cx="4656519" cy="376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ts val="3000"/>
              </a:lnSpc>
              <a:defRPr sz="2400" spc="-4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Phase III: WEB DEVELOPMENT</a:t>
            </a:r>
          </a:p>
        </p:txBody>
      </p:sp>
      <p:sp>
        <p:nvSpPr>
          <p:cNvPr id="169" name="Google Shape;72;p15"/>
          <p:cNvSpPr txBox="1"/>
          <p:nvPr/>
        </p:nvSpPr>
        <p:spPr>
          <a:xfrm>
            <a:off x="5249842" y="1170428"/>
            <a:ext cx="2716493" cy="319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 anchor="b">
            <a:normAutofit/>
          </a:bodyPr>
          <a:lstStyle/>
          <a:p>
            <a:pPr defTabSz="333756">
              <a:lnSpc>
                <a:spcPts val="1200"/>
              </a:lnSpc>
              <a:spcBef>
                <a:spcPts val="600"/>
              </a:spcBef>
              <a:defRPr sz="1460" spc="-29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Settings :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1 Week 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General</a:t>
            </a:r>
          </a:p>
          <a:p>
            <a:pPr defTabSz="333756">
              <a:lnSpc>
                <a:spcPts val="1200"/>
              </a:lnSpc>
              <a:spcBef>
                <a:spcPts val="2700"/>
              </a:spcBef>
              <a:defRPr sz="1460" spc="-120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Timesheet : 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8-Week </a:t>
            </a:r>
            <a:endParaRPr spc="-12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Daily Timesheet</a:t>
            </a:r>
          </a:p>
          <a:p>
            <a:pPr lvl="1" indent="166878" defTabSz="333756">
              <a:lnSpc>
                <a:spcPts val="1200"/>
              </a:lnSpc>
              <a:spcBef>
                <a:spcPts val="6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Weekly Sign Off</a:t>
            </a:r>
          </a:p>
          <a:p>
            <a:pPr defTabSz="333756">
              <a:lnSpc>
                <a:spcPts val="0"/>
              </a:lnSpc>
              <a:spcBef>
                <a:spcPts val="2700"/>
              </a:spcBef>
              <a:defRPr sz="1460" spc="-120">
                <a:uFill>
                  <a:solidFill>
                    <a:srgbClr val="000000"/>
                  </a:solidFill>
                </a:uFill>
                <a:latin typeface="Comfortaa Medium"/>
                <a:ea typeface="Comfortaa Medium"/>
                <a:cs typeface="Comfortaa Medium"/>
                <a:sym typeface="Comfortaa Medium"/>
              </a:defRPr>
            </a:pPr>
            <a:r>
              <a:t>Deploy to Prod :</a:t>
            </a:r>
          </a:p>
          <a:p>
            <a:pPr lvl="1" indent="166878" defTabSz="333756">
              <a:lnSpc>
                <a:spcPts val="0"/>
              </a:lnSpc>
              <a:spcBef>
                <a:spcPts val="27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Deploy to Prod</a:t>
            </a:r>
          </a:p>
          <a:p>
            <a:pPr lvl="1" indent="166878" defTabSz="333756">
              <a:lnSpc>
                <a:spcPts val="0"/>
              </a:lnSpc>
              <a:spcBef>
                <a:spcPts val="2700"/>
              </a:spcBef>
              <a:defRPr sz="1460">
                <a:solidFill>
                  <a:srgbClr val="838383"/>
                </a:solidFill>
                <a:uFill>
                  <a:solidFill>
                    <a:srgbClr val="838383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2 Week </a:t>
            </a:r>
          </a:p>
        </p:txBody>
      </p:sp>
      <p:sp>
        <p:nvSpPr>
          <p:cNvPr id="170" name="Circle"/>
          <p:cNvSpPr/>
          <p:nvPr/>
        </p:nvSpPr>
        <p:spPr>
          <a:xfrm>
            <a:off x="1317940" y="1679849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1" name="Circle"/>
          <p:cNvSpPr/>
          <p:nvPr/>
        </p:nvSpPr>
        <p:spPr>
          <a:xfrm>
            <a:off x="1317940" y="303847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2" name="Circle"/>
          <p:cNvSpPr/>
          <p:nvPr/>
        </p:nvSpPr>
        <p:spPr>
          <a:xfrm>
            <a:off x="1317940" y="117873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3" name="Circle"/>
          <p:cNvSpPr/>
          <p:nvPr/>
        </p:nvSpPr>
        <p:spPr>
          <a:xfrm>
            <a:off x="5190611" y="1288808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4" name="Circle"/>
          <p:cNvSpPr/>
          <p:nvPr/>
        </p:nvSpPr>
        <p:spPr>
          <a:xfrm>
            <a:off x="5190611" y="227498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  <p:sp>
        <p:nvSpPr>
          <p:cNvPr id="175" name="Circle"/>
          <p:cNvSpPr/>
          <p:nvPr/>
        </p:nvSpPr>
        <p:spPr>
          <a:xfrm>
            <a:off x="5190611" y="3375437"/>
            <a:ext cx="101082" cy="102496"/>
          </a:xfrm>
          <a:prstGeom prst="ellipse">
            <a:avLst/>
          </a:prstGeom>
          <a:solidFill>
            <a:srgbClr val="F1D144"/>
          </a:solidFill>
          <a:ln w="12700">
            <a:solidFill>
              <a:srgbClr val="F1D144"/>
            </a:solidFill>
          </a:ln>
        </p:spPr>
        <p:txBody>
          <a:bodyPr lIns="0" tIns="0" rIns="0" bIns="0"/>
          <a:lstStyle/>
          <a:p>
            <a:pPr>
              <a:defRPr sz="800"/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79;p16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78" name="Google Shape;80;p16"/>
          <p:cNvSpPr txBox="1">
            <a:spLocks noGrp="1"/>
          </p:cNvSpPr>
          <p:nvPr>
            <p:ph type="title"/>
          </p:nvPr>
        </p:nvSpPr>
        <p:spPr>
          <a:xfrm>
            <a:off x="252015" y="325656"/>
            <a:ext cx="4461596" cy="678722"/>
          </a:xfrm>
          <a:prstGeom prst="rect">
            <a:avLst/>
          </a:prstGeom>
        </p:spPr>
        <p:txBody>
          <a:bodyPr/>
          <a:lstStyle>
            <a:lvl1pPr defTabSz="315468">
              <a:defRPr sz="324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Schedule Review</a:t>
            </a:r>
          </a:p>
        </p:txBody>
      </p:sp>
      <p:sp>
        <p:nvSpPr>
          <p:cNvPr id="179" name="Google Shape;82;p16"/>
          <p:cNvSpPr txBox="1">
            <a:spLocks noGrp="1"/>
          </p:cNvSpPr>
          <p:nvPr>
            <p:ph type="body" sz="quarter" idx="1"/>
          </p:nvPr>
        </p:nvSpPr>
        <p:spPr>
          <a:xfrm>
            <a:off x="311699" y="2285400"/>
            <a:ext cx="2715693" cy="57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600"/>
              </a:spcBef>
              <a:buSzTx/>
              <a:buNone/>
              <a:defRPr>
                <a:latin typeface="Comfortaa Bold"/>
                <a:ea typeface="Comfortaa Bold"/>
                <a:cs typeface="Comfortaa Bold"/>
                <a:sym typeface="Comfortaa Bold"/>
              </a:defRPr>
            </a:pPr>
            <a:r>
              <a:t>Live: </a:t>
            </a:r>
            <a:r>
              <a:rPr lang="es-CR"/>
              <a:t>August</a:t>
            </a:r>
            <a:r>
              <a:t> 29</a:t>
            </a:r>
            <a:r>
              <a:rPr>
                <a:latin typeface="Comfortaa Regular Regular"/>
                <a:ea typeface="Comfortaa Regular Regular"/>
                <a:cs typeface="Comfortaa Regular Regular"/>
                <a:sym typeface="Comfortaa Regular Regular"/>
              </a:rPr>
              <a:t>, 2021</a:t>
            </a:r>
          </a:p>
        </p:txBody>
      </p:sp>
      <p:graphicFrame>
        <p:nvGraphicFramePr>
          <p:cNvPr id="180" name="Google Shape;81;p16"/>
          <p:cNvGraphicFramePr/>
          <p:nvPr>
            <p:extLst>
              <p:ext uri="{D42A27DB-BD31-4B8C-83A1-F6EECF244321}">
                <p14:modId xmlns:p14="http://schemas.microsoft.com/office/powerpoint/2010/main" val="3766912996"/>
              </p:ext>
            </p:extLst>
          </p:nvPr>
        </p:nvGraphicFramePr>
        <p:xfrm>
          <a:off x="3769355" y="1174367"/>
          <a:ext cx="4777534" cy="35716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88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Kick off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lang="es-CR">
                          <a:solidFill>
                            <a:srgbClr val="F1D144"/>
                          </a:solidFill>
                        </a:rPr>
                        <a:t>15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Feb - 2021</a:t>
                      </a:r>
                      <a:r>
                        <a:t>  </a:t>
                      </a:r>
                      <a:r>
                        <a:rPr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t> 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Mar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UI Ipad /UI Web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Mar - 2021</a:t>
                      </a:r>
                      <a:r>
                        <a:t>  </a:t>
                      </a:r>
                      <a:r>
                        <a:rPr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rPr>
                          <a:solidFill>
                            <a:srgbClr val="F4D855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 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Apr-2021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9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Ipad Development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Apr - 2021 </a:t>
                      </a:r>
                      <a:r>
                        <a:rPr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t> 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8 </a:t>
                      </a:r>
                      <a:r>
                        <a:rPr lang="es-CR" err="1">
                          <a:solidFill>
                            <a:srgbClr val="F1D144"/>
                          </a:solidFill>
                        </a:rPr>
                        <a:t>July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758"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</a:rPr>
                        <a:t>Etapa III</a:t>
                      </a:r>
                    </a:p>
                  </a:txBody>
                  <a:tcPr marL="91425" marR="91425" marT="91425" marB="91425" horzOverflow="overflow">
                    <a:solidFill>
                      <a:srgbClr val="F1D1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 UI Web</a:t>
                      </a:r>
                    </a:p>
                  </a:txBody>
                  <a:tcPr marL="0" marR="0" marT="0" marB="0" anchor="ctr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Mar - 2021</a:t>
                      </a:r>
                      <a:r>
                        <a:t>  </a:t>
                      </a:r>
                      <a:r>
                        <a:rPr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 </a:t>
                      </a:r>
                      <a:r>
                        <a:rPr>
                          <a:solidFill>
                            <a:srgbClr val="F4D855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 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1</a:t>
                      </a:r>
                      <a:r>
                        <a:rPr lang="es-CR">
                          <a:solidFill>
                            <a:srgbClr val="F1D144"/>
                          </a:solidFill>
                        </a:rPr>
                        <a:t>5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 Apr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9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F1D144"/>
                          </a:solidFill>
                        </a:rPr>
                        <a:t>Web Development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>
                          <a:solidFill>
                            <a:srgbClr val="F1D144"/>
                          </a:solidFill>
                        </a:rPr>
                        <a:t>22 Mar - 2021</a:t>
                      </a:r>
                      <a:r>
                        <a:t> </a:t>
                      </a:r>
                      <a:r>
                        <a:rPr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FFFFFF"/>
                          </a:solidFill>
                          <a:uFill>
                            <a:solidFill>
                              <a:srgbClr val="F4D855"/>
                            </a:solidFill>
                          </a:uFill>
                        </a:rPr>
                        <a:t>&gt;</a:t>
                      </a:r>
                      <a:r>
                        <a:t> </a:t>
                      </a:r>
                      <a:r>
                        <a:rPr>
                          <a:solidFill>
                            <a:srgbClr val="F1D144"/>
                          </a:solidFill>
                        </a:rPr>
                        <a:t>26 Aug - 2021</a:t>
                      </a:r>
                    </a:p>
                  </a:txBody>
                  <a:tcPr marL="91425" marR="91425" marT="91425" marB="91425" horzOverflow="overflow">
                    <a:solidFill>
                      <a:srgbClr val="3C2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82" name="Google Shape;74;p15" descr="Google Shape;74;p15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 rot="5400000">
            <a:off x="-108541" y="3604637"/>
            <a:ext cx="1611912" cy="14266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87;p17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85" name="Google Shape;88;p17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29328" cy="611402"/>
          </a:xfrm>
          <a:prstGeom prst="rect">
            <a:avLst/>
          </a:prstGeom>
        </p:spPr>
        <p:txBody>
          <a:bodyPr/>
          <a:lstStyle>
            <a:lvl1pPr defTabSz="269747">
              <a:defRPr sz="277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Requirements KDF</a:t>
            </a:r>
          </a:p>
        </p:txBody>
      </p:sp>
      <p:sp>
        <p:nvSpPr>
          <p:cNvPr id="186" name="Google Shape;89;p17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/>
          <a:p>
            <a:pPr marL="0" indent="0" defTabSz="832104"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/>
              <a:t>Azure </a:t>
            </a:r>
            <a:r>
              <a:rPr lang="es-CR" err="1"/>
              <a:t>Account</a:t>
            </a:r>
            <a:r>
              <a:rPr lang="es-CR"/>
              <a:t>.</a:t>
            </a:r>
            <a:endParaRPr/>
          </a:p>
          <a:p>
            <a:pPr marL="0" indent="0" defTabSz="832104">
              <a:spcBef>
                <a:spcPts val="1400"/>
              </a:spcBef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t>Expo</a:t>
            </a:r>
            <a:r>
              <a:rPr lang="es-CR"/>
              <a:t> </a:t>
            </a:r>
            <a:r>
              <a:rPr lang="es-CR" err="1"/>
              <a:t>Account</a:t>
            </a:r>
            <a:r>
              <a:rPr lang="es-CR"/>
              <a:t>.</a:t>
            </a:r>
            <a:endParaRPr/>
          </a:p>
          <a:p>
            <a:pPr marL="0" indent="0" defTabSz="832104">
              <a:spcBef>
                <a:spcPts val="1400"/>
              </a:spcBef>
              <a:buSzTx/>
              <a:buNone/>
              <a:defRPr sz="1638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pPr>
            <a:r>
              <a:rPr lang="es-CR" err="1"/>
              <a:t>Later</a:t>
            </a:r>
            <a:r>
              <a:rPr lang="es-CR"/>
              <a:t> </a:t>
            </a:r>
            <a:r>
              <a:rPr lang="es-CR" err="1"/>
              <a:t>stages</a:t>
            </a:r>
            <a:r>
              <a:rPr lang="es-CR"/>
              <a:t> in the Project we </a:t>
            </a:r>
            <a:r>
              <a:rPr lang="es-CR" err="1"/>
              <a:t>will</a:t>
            </a:r>
            <a:r>
              <a:rPr lang="es-CR"/>
              <a:t> need the Apple </a:t>
            </a:r>
            <a:r>
              <a:rPr lang="es-CR" err="1"/>
              <a:t>development</a:t>
            </a:r>
            <a:r>
              <a:rPr lang="es-CR"/>
              <a:t> </a:t>
            </a:r>
            <a:r>
              <a:rPr lang="es-CR" err="1"/>
              <a:t>account</a:t>
            </a:r>
            <a:r>
              <a:rPr lang="es-CR"/>
              <a:t>.</a:t>
            </a:r>
            <a:endParaRPr/>
          </a:p>
        </p:txBody>
      </p:sp>
      <p:sp>
        <p:nvSpPr>
          <p:cNvPr id="187" name="Google Shape;90;p17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88" name="Google Shape;91;p17" descr="Google Shape;91;p17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6" y="4700819"/>
            <a:ext cx="266182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dirty="0"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96;p18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2" name="Google Shape;97;p18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687876"/>
          </a:xfrm>
          <a:prstGeom prst="rect">
            <a:avLst/>
          </a:prstGeom>
        </p:spPr>
        <p:txBody>
          <a:bodyPr/>
          <a:lstStyle>
            <a:lvl1pPr defTabSz="315468">
              <a:defRPr sz="3243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Cost</a:t>
            </a:r>
          </a:p>
        </p:txBody>
      </p:sp>
      <p:sp>
        <p:nvSpPr>
          <p:cNvPr id="193" name="Google Shape;98;p18"/>
          <p:cNvSpPr txBox="1">
            <a:spLocks noGrp="1"/>
          </p:cNvSpPr>
          <p:nvPr>
            <p:ph type="body" sz="half" idx="1"/>
          </p:nvPr>
        </p:nvSpPr>
        <p:spPr>
          <a:xfrm>
            <a:off x="311699" y="1428225"/>
            <a:ext cx="4703402" cy="314070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000"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$26.000 </a:t>
            </a:r>
          </a:p>
        </p:txBody>
      </p:sp>
      <p:sp>
        <p:nvSpPr>
          <p:cNvPr id="194" name="Google Shape;99;p18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195" name="Google Shape;100;p18" descr="Google Shape;100;p18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05;p19"/>
          <p:cNvSpPr/>
          <p:nvPr/>
        </p:nvSpPr>
        <p:spPr>
          <a:xfrm>
            <a:off x="-1" y="0"/>
            <a:ext cx="1999502" cy="1497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9" name="Google Shape;106;p19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00302" cy="572701"/>
          </a:xfrm>
          <a:prstGeom prst="rect">
            <a:avLst/>
          </a:prstGeom>
        </p:spPr>
        <p:txBody>
          <a:bodyPr/>
          <a:lstStyle>
            <a:lvl1pPr defTabSz="242315">
              <a:defRPr sz="2490">
                <a:solidFill>
                  <a:srgbClr val="3C2688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Comfortaa" pitchFamily="2" charset="0"/>
              </a:rPr>
              <a:t>Questions?</a:t>
            </a:r>
          </a:p>
        </p:txBody>
      </p:sp>
      <p:sp>
        <p:nvSpPr>
          <p:cNvPr id="200" name="Google Shape;107;p19"/>
          <p:cNvSpPr/>
          <p:nvPr/>
        </p:nvSpPr>
        <p:spPr>
          <a:xfrm>
            <a:off x="5496374" y="0"/>
            <a:ext cx="3647701" cy="5143500"/>
          </a:xfrm>
          <a:prstGeom prst="rect">
            <a:avLst/>
          </a:prstGeom>
          <a:solidFill>
            <a:srgbClr val="3C2684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pic>
        <p:nvPicPr>
          <p:cNvPr id="201" name="Google Shape;108;p19" descr="Google Shape;108;p19"/>
          <p:cNvPicPr>
            <a:picLocks noChangeAspect="1"/>
          </p:cNvPicPr>
          <p:nvPr/>
        </p:nvPicPr>
        <p:blipFill>
          <a:blip r:embed="rId2"/>
          <a:srcRect r="18699" b="30939"/>
          <a:stretch>
            <a:fillRect/>
          </a:stretch>
        </p:blipFill>
        <p:spPr>
          <a:xfrm>
            <a:off x="7065974" y="3304249"/>
            <a:ext cx="2078027" cy="183925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8693770" y="4700819"/>
            <a:ext cx="327388" cy="3183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Image Gallery"/>
          <p:cNvGrpSpPr/>
          <p:nvPr/>
        </p:nvGrpSpPr>
        <p:grpSpPr>
          <a:xfrm>
            <a:off x="-6138" y="6639"/>
            <a:ext cx="9144001" cy="5559760"/>
            <a:chOff x="0" y="0"/>
            <a:chExt cx="9144000" cy="5559759"/>
          </a:xfrm>
        </p:grpSpPr>
        <p:pic>
          <p:nvPicPr>
            <p:cNvPr id="204" name="Wallpaper 2@1.5x.jpg" descr="Wallpaper 2@1.5x.jpg"/>
            <p:cNvPicPr>
              <a:picLocks noChangeAspect="1"/>
            </p:cNvPicPr>
            <p:nvPr/>
          </p:nvPicPr>
          <p:blipFill>
            <a:blip r:embed="rId2"/>
            <a:srcRect t="5068" b="5068"/>
            <a:stretch>
              <a:fillRect/>
            </a:stretch>
          </p:blipFill>
          <p:spPr>
            <a:xfrm>
              <a:off x="0" y="0"/>
              <a:ext cx="9144000" cy="51337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5" name="Caption"/>
            <p:cNvSpPr/>
            <p:nvPr/>
          </p:nvSpPr>
          <p:spPr>
            <a:xfrm>
              <a:off x="0" y="5209975"/>
              <a:ext cx="9144000" cy="349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  <p:sp>
        <p:nvSpPr>
          <p:cNvPr id="207" name="Thank You"/>
          <p:cNvSpPr txBox="1">
            <a:spLocks noGrp="1"/>
          </p:cNvSpPr>
          <p:nvPr>
            <p:ph type="ctrTitle"/>
          </p:nvPr>
        </p:nvSpPr>
        <p:spPr>
          <a:xfrm>
            <a:off x="4278994" y="1733262"/>
            <a:ext cx="3865435" cy="1021891"/>
          </a:xfrm>
          <a:prstGeom prst="rect">
            <a:avLst/>
          </a:prstGeom>
        </p:spPr>
        <p:txBody>
          <a:bodyPr/>
          <a:lstStyle>
            <a:lvl1pPr defTabSz="859536">
              <a:defRPr sz="4888">
                <a:solidFill>
                  <a:srgbClr val="FFFFFF"/>
                </a:solidFill>
                <a:latin typeface="Comfortaa Regular Regular"/>
                <a:ea typeface="Comfortaa Regular Regular"/>
                <a:cs typeface="Comfortaa Regular Regular"/>
                <a:sym typeface="Comfortaa Regular Regular"/>
              </a:defRPr>
            </a:lvl1pPr>
          </a:lstStyle>
          <a:p>
            <a:r>
              <a:t>Thank You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KDF</vt:lpstr>
      <vt:lpstr>Methodology</vt:lpstr>
      <vt:lpstr>Resources</vt:lpstr>
      <vt:lpstr>PowerPoint Presentation</vt:lpstr>
      <vt:lpstr>PowerPoint Presentation</vt:lpstr>
      <vt:lpstr>PowerPoint Presentation</vt:lpstr>
      <vt:lpstr>PowerPoint Presentation</vt:lpstr>
      <vt:lpstr>Schedule Review</vt:lpstr>
      <vt:lpstr>Requirements KDF</vt:lpstr>
      <vt:lpstr>Cost</vt:lpstr>
      <vt:lpstr>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KDF</dc:title>
  <cp:revision>1</cp:revision>
  <dcterms:modified xsi:type="dcterms:W3CDTF">2021-06-27T17:53:37Z</dcterms:modified>
</cp:coreProperties>
</file>