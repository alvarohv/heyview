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61" r:id="rId5"/>
    <p:sldId id="2147480141" r:id="rId6"/>
    <p:sldId id="2145706898" r:id="rId7"/>
    <p:sldId id="2147480143" r:id="rId8"/>
    <p:sldId id="214748014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DA517-05C4-47C5-9877-732A14E7FFBB}" v="41" dt="2025-11-26T17:48:58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8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arte Salas, Erick [SWMLA]" userId="bedf279e-47f8-47ab-9d41-7b1d38a21afa" providerId="ADAL" clId="{9CEF684D-8F34-459E-A6CE-5C9D17C079A4}"/>
    <pc:docChg chg="undo custSel delSld modSld">
      <pc:chgData name="Duarte Salas, Erick [SWMLA]" userId="bedf279e-47f8-47ab-9d41-7b1d38a21afa" providerId="ADAL" clId="{9CEF684D-8F34-459E-A6CE-5C9D17C079A4}" dt="2025-10-13T15:34:21.656" v="3959" actId="13926"/>
      <pc:docMkLst>
        <pc:docMk/>
      </pc:docMkLst>
      <pc:sldChg chg="modSp mod">
        <pc:chgData name="Duarte Salas, Erick [SWMLA]" userId="bedf279e-47f8-47ab-9d41-7b1d38a21afa" providerId="ADAL" clId="{9CEF684D-8F34-459E-A6CE-5C9D17C079A4}" dt="2025-09-30T22:12:11.703" v="25" actId="20577"/>
        <pc:sldMkLst>
          <pc:docMk/>
          <pc:sldMk cId="1519878036" sldId="261"/>
        </pc:sldMkLst>
      </pc:sldChg>
      <pc:sldChg chg="modSp mod modShow">
        <pc:chgData name="Duarte Salas, Erick [SWMLA]" userId="bedf279e-47f8-47ab-9d41-7b1d38a21afa" providerId="ADAL" clId="{9CEF684D-8F34-459E-A6CE-5C9D17C079A4}" dt="2025-10-13T15:34:21.656" v="3959" actId="13926"/>
        <pc:sldMkLst>
          <pc:docMk/>
          <pc:sldMk cId="2377471109" sldId="2147480141"/>
        </pc:sldMkLst>
      </pc:sldChg>
      <pc:sldChg chg="del">
        <pc:chgData name="Duarte Salas, Erick [SWMLA]" userId="bedf279e-47f8-47ab-9d41-7b1d38a21afa" providerId="ADAL" clId="{9CEF684D-8F34-459E-A6CE-5C9D17C079A4}" dt="2025-09-30T22:12:18.202" v="30" actId="47"/>
        <pc:sldMkLst>
          <pc:docMk/>
          <pc:sldMk cId="3573186562" sldId="2147480142"/>
        </pc:sldMkLst>
      </pc:sldChg>
      <pc:sldChg chg="del">
        <pc:chgData name="Duarte Salas, Erick [SWMLA]" userId="bedf279e-47f8-47ab-9d41-7b1d38a21afa" providerId="ADAL" clId="{9CEF684D-8F34-459E-A6CE-5C9D17C079A4}" dt="2025-09-30T22:12:19.099" v="31" actId="47"/>
        <pc:sldMkLst>
          <pc:docMk/>
          <pc:sldMk cId="3279845816" sldId="2147480143"/>
        </pc:sldMkLst>
      </pc:sldChg>
      <pc:sldChg chg="del">
        <pc:chgData name="Duarte Salas, Erick [SWMLA]" userId="bedf279e-47f8-47ab-9d41-7b1d38a21afa" providerId="ADAL" clId="{9CEF684D-8F34-459E-A6CE-5C9D17C079A4}" dt="2025-09-30T22:12:13.924" v="26" actId="47"/>
        <pc:sldMkLst>
          <pc:docMk/>
          <pc:sldMk cId="2541301189" sldId="2147480159"/>
        </pc:sldMkLst>
      </pc:sldChg>
      <pc:sldChg chg="del">
        <pc:chgData name="Duarte Salas, Erick [SWMLA]" userId="bedf279e-47f8-47ab-9d41-7b1d38a21afa" providerId="ADAL" clId="{9CEF684D-8F34-459E-A6CE-5C9D17C079A4}" dt="2025-09-30T22:12:15.169" v="28" actId="47"/>
        <pc:sldMkLst>
          <pc:docMk/>
          <pc:sldMk cId="1579047082" sldId="2147480160"/>
        </pc:sldMkLst>
      </pc:sldChg>
      <pc:sldChg chg="del">
        <pc:chgData name="Duarte Salas, Erick [SWMLA]" userId="bedf279e-47f8-47ab-9d41-7b1d38a21afa" providerId="ADAL" clId="{9CEF684D-8F34-459E-A6CE-5C9D17C079A4}" dt="2025-09-30T22:12:14.461" v="27" actId="47"/>
        <pc:sldMkLst>
          <pc:docMk/>
          <pc:sldMk cId="754988162" sldId="2147480161"/>
        </pc:sldMkLst>
      </pc:sldChg>
      <pc:sldChg chg="del">
        <pc:chgData name="Duarte Salas, Erick [SWMLA]" userId="bedf279e-47f8-47ab-9d41-7b1d38a21afa" providerId="ADAL" clId="{9CEF684D-8F34-459E-A6CE-5C9D17C079A4}" dt="2025-09-30T22:12:17.666" v="29" actId="47"/>
        <pc:sldMkLst>
          <pc:docMk/>
          <pc:sldMk cId="2081190104" sldId="2147480162"/>
        </pc:sldMkLst>
      </pc:sldChg>
    </pc:docChg>
  </pc:docChgLst>
  <pc:docChgLst>
    <pc:chgData name="Erick James Duarte Salas" userId="f4c36ead-5dd0-4859-9905-3931275c2ffa" providerId="ADAL" clId="{78C1FA95-7D32-4EF6-8F31-DC3B3EBA830C}"/>
    <pc:docChg chg="custSel addSld modSld sldOrd">
      <pc:chgData name="Erick James Duarte Salas" userId="f4c36ead-5dd0-4859-9905-3931275c2ffa" providerId="ADAL" clId="{78C1FA95-7D32-4EF6-8F31-DC3B3EBA830C}" dt="2025-03-24T17:37:47.173" v="99" actId="1076"/>
      <pc:docMkLst>
        <pc:docMk/>
      </pc:docMkLst>
      <pc:sldChg chg="modSp mod">
        <pc:chgData name="Erick James Duarte Salas" userId="f4c36ead-5dd0-4859-9905-3931275c2ffa" providerId="ADAL" clId="{78C1FA95-7D32-4EF6-8F31-DC3B3EBA830C}" dt="2025-03-24T17:35:58.251" v="3" actId="20577"/>
        <pc:sldMkLst>
          <pc:docMk/>
          <pc:sldMk cId="1519878036" sldId="261"/>
        </pc:sldMkLst>
      </pc:sldChg>
      <pc:sldChg chg="modSp mod">
        <pc:chgData name="Erick James Duarte Salas" userId="f4c36ead-5dd0-4859-9905-3931275c2ffa" providerId="ADAL" clId="{78C1FA95-7D32-4EF6-8F31-DC3B3EBA830C}" dt="2025-03-24T17:37:02.543" v="58" actId="20577"/>
        <pc:sldMkLst>
          <pc:docMk/>
          <pc:sldMk cId="2377471109" sldId="2147480141"/>
        </pc:sldMkLst>
      </pc:sldChg>
      <pc:sldChg chg="addSp delSp modSp add mod ord">
        <pc:chgData name="Erick James Duarte Salas" userId="f4c36ead-5dd0-4859-9905-3931275c2ffa" providerId="ADAL" clId="{78C1FA95-7D32-4EF6-8F31-DC3B3EBA830C}" dt="2025-03-24T17:37:47.173" v="99" actId="1076"/>
        <pc:sldMkLst>
          <pc:docMk/>
          <pc:sldMk cId="2081190104" sldId="2147480162"/>
        </pc:sldMkLst>
      </pc:sldChg>
    </pc:docChg>
  </pc:docChgLst>
  <pc:docChgLst>
    <pc:chgData name="Erick James Duarte Salas" userId="f4c36ead-5dd0-4859-9905-3931275c2ffa" providerId="ADAL" clId="{DC16BEAB-846D-426B-B9FE-13F8C3983D1A}"/>
    <pc:docChg chg="custSel modSld">
      <pc:chgData name="Erick James Duarte Salas" userId="f4c36ead-5dd0-4859-9905-3931275c2ffa" providerId="ADAL" clId="{DC16BEAB-846D-426B-B9FE-13F8C3983D1A}" dt="2025-05-21T14:50:23.113" v="291" actId="20577"/>
      <pc:docMkLst>
        <pc:docMk/>
      </pc:docMkLst>
      <pc:sldChg chg="modSp mod">
        <pc:chgData name="Erick James Duarte Salas" userId="f4c36ead-5dd0-4859-9905-3931275c2ffa" providerId="ADAL" clId="{DC16BEAB-846D-426B-B9FE-13F8C3983D1A}" dt="2025-05-21T14:46:57.482" v="3" actId="20577"/>
        <pc:sldMkLst>
          <pc:docMk/>
          <pc:sldMk cId="1519878036" sldId="261"/>
        </pc:sldMkLst>
      </pc:sldChg>
      <pc:sldChg chg="modSp mod">
        <pc:chgData name="Erick James Duarte Salas" userId="f4c36ead-5dd0-4859-9905-3931275c2ffa" providerId="ADAL" clId="{DC16BEAB-846D-426B-B9FE-13F8C3983D1A}" dt="2025-05-21T14:50:23.113" v="291" actId="20577"/>
        <pc:sldMkLst>
          <pc:docMk/>
          <pc:sldMk cId="2377471109" sldId="2147480141"/>
        </pc:sldMkLst>
      </pc:sldChg>
    </pc:docChg>
  </pc:docChgLst>
  <pc:docChgLst>
    <pc:chgData name="Erick James Duarte Salas" userId="f4c36ead-5dd0-4859-9905-3931275c2ffa" providerId="ADAL" clId="{6822C92F-A018-4038-A7D0-104186CC0DCF}"/>
    <pc:docChg chg="undo custSel addSld delSld modSld sldOrd">
      <pc:chgData name="Erick James Duarte Salas" userId="f4c36ead-5dd0-4859-9905-3931275c2ffa" providerId="ADAL" clId="{6822C92F-A018-4038-A7D0-104186CC0DCF}" dt="2025-02-21T20:42:53.731" v="3246" actId="207"/>
      <pc:docMkLst>
        <pc:docMk/>
      </pc:docMkLst>
      <pc:sldChg chg="modSp add mod ord">
        <pc:chgData name="Erick James Duarte Salas" userId="f4c36ead-5dd0-4859-9905-3931275c2ffa" providerId="ADAL" clId="{6822C92F-A018-4038-A7D0-104186CC0DCF}" dt="2025-02-19T16:39:34.814" v="1729"/>
        <pc:sldMkLst>
          <pc:docMk/>
          <pc:sldMk cId="1519878036" sldId="261"/>
        </pc:sldMkLst>
      </pc:sldChg>
      <pc:sldChg chg="delSp modSp mod modShow modNotesTx">
        <pc:chgData name="Erick James Duarte Salas" userId="f4c36ead-5dd0-4859-9905-3931275c2ffa" providerId="ADAL" clId="{6822C92F-A018-4038-A7D0-104186CC0DCF}" dt="2025-02-21T20:23:39.980" v="2876" actId="729"/>
        <pc:sldMkLst>
          <pc:docMk/>
          <pc:sldMk cId="2377471109" sldId="2147480141"/>
        </pc:sldMkLst>
      </pc:sldChg>
      <pc:sldChg chg="modSp mod modShow modNotesTx">
        <pc:chgData name="Erick James Duarte Salas" userId="f4c36ead-5dd0-4859-9905-3931275c2ffa" providerId="ADAL" clId="{6822C92F-A018-4038-A7D0-104186CC0DCF}" dt="2025-02-21T20:23:43.403" v="2877" actId="729"/>
        <pc:sldMkLst>
          <pc:docMk/>
          <pc:sldMk cId="3573186562" sldId="2147480142"/>
        </pc:sldMkLst>
      </pc:sldChg>
      <pc:sldChg chg="addSp delSp modSp add mod modShow modNotesTx">
        <pc:chgData name="Erick James Duarte Salas" userId="f4c36ead-5dd0-4859-9905-3931275c2ffa" providerId="ADAL" clId="{6822C92F-A018-4038-A7D0-104186CC0DCF}" dt="2025-02-21T20:23:49.560" v="2878" actId="729"/>
        <pc:sldMkLst>
          <pc:docMk/>
          <pc:sldMk cId="3279845816" sldId="2147480143"/>
        </pc:sldMkLst>
      </pc:sldChg>
      <pc:sldChg chg="addSp delSp modSp add del mod">
        <pc:chgData name="Erick James Duarte Salas" userId="f4c36ead-5dd0-4859-9905-3931275c2ffa" providerId="ADAL" clId="{6822C92F-A018-4038-A7D0-104186CC0DCF}" dt="2025-02-21T20:23:51.532" v="2879" actId="47"/>
        <pc:sldMkLst>
          <pc:docMk/>
          <pc:sldMk cId="1740874483" sldId="2147480144"/>
        </pc:sldMkLst>
      </pc:sldChg>
      <pc:sldChg chg="addSp delSp modSp add mod ord">
        <pc:chgData name="Erick James Duarte Salas" userId="f4c36ead-5dd0-4859-9905-3931275c2ffa" providerId="ADAL" clId="{6822C92F-A018-4038-A7D0-104186CC0DCF}" dt="2025-02-21T20:35:32.304" v="3133" actId="1076"/>
        <pc:sldMkLst>
          <pc:docMk/>
          <pc:sldMk cId="2541301189" sldId="2147480159"/>
        </pc:sldMkLst>
      </pc:sldChg>
      <pc:sldChg chg="delSp modSp add mod ord">
        <pc:chgData name="Erick James Duarte Salas" userId="f4c36ead-5dd0-4859-9905-3931275c2ffa" providerId="ADAL" clId="{6822C92F-A018-4038-A7D0-104186CC0DCF}" dt="2025-02-19T16:40:11.228" v="1767"/>
        <pc:sldMkLst>
          <pc:docMk/>
          <pc:sldMk cId="1579047082" sldId="2147480160"/>
        </pc:sldMkLst>
      </pc:sldChg>
      <pc:sldChg chg="addSp delSp modSp add mod">
        <pc:chgData name="Erick James Duarte Salas" userId="f4c36ead-5dd0-4859-9905-3931275c2ffa" providerId="ADAL" clId="{6822C92F-A018-4038-A7D0-104186CC0DCF}" dt="2025-02-21T20:42:53.731" v="3246" actId="207"/>
        <pc:sldMkLst>
          <pc:docMk/>
          <pc:sldMk cId="754988162" sldId="2147480161"/>
        </pc:sldMkLst>
      </pc:sldChg>
    </pc:docChg>
  </pc:docChgLst>
  <pc:docChgLst>
    <pc:chgData name="Duarte Salas, Erick [SWMLA]" userId="bedf279e-47f8-47ab-9d41-7b1d38a21afa" providerId="ADAL" clId="{6E5CA72D-498A-41BA-B55A-9070011580DB}"/>
    <pc:docChg chg="undo custSel addSld delSld modSld">
      <pc:chgData name="Duarte Salas, Erick [SWMLA]" userId="bedf279e-47f8-47ab-9d41-7b1d38a21afa" providerId="ADAL" clId="{6E5CA72D-498A-41BA-B55A-9070011580DB}" dt="2025-11-26T19:20:59.914" v="6040" actId="20577"/>
      <pc:docMkLst>
        <pc:docMk/>
      </pc:docMkLst>
      <pc:sldChg chg="modSp mod">
        <pc:chgData name="Duarte Salas, Erick [SWMLA]" userId="bedf279e-47f8-47ab-9d41-7b1d38a21afa" providerId="ADAL" clId="{6E5CA72D-498A-41BA-B55A-9070011580DB}" dt="2025-10-29T14:39:09.095" v="1180" actId="20577"/>
        <pc:sldMkLst>
          <pc:docMk/>
          <pc:sldMk cId="1519878036" sldId="261"/>
        </pc:sldMkLst>
        <pc:spChg chg="mod">
          <ac:chgData name="Duarte Salas, Erick [SWMLA]" userId="bedf279e-47f8-47ab-9d41-7b1d38a21afa" providerId="ADAL" clId="{6E5CA72D-498A-41BA-B55A-9070011580DB}" dt="2025-10-27T19:56:42.244" v="1037" actId="20577"/>
          <ac:spMkLst>
            <pc:docMk/>
            <pc:sldMk cId="1519878036" sldId="261"/>
            <ac:spMk id="2" creationId="{2704198A-E16F-622D-84A9-9EF8C66884D8}"/>
          </ac:spMkLst>
        </pc:spChg>
        <pc:spChg chg="mod">
          <ac:chgData name="Duarte Salas, Erick [SWMLA]" userId="bedf279e-47f8-47ab-9d41-7b1d38a21afa" providerId="ADAL" clId="{6E5CA72D-498A-41BA-B55A-9070011580DB}" dt="2025-10-29T14:39:09.095" v="1180" actId="20577"/>
          <ac:spMkLst>
            <pc:docMk/>
            <pc:sldMk cId="1519878036" sldId="261"/>
            <ac:spMk id="3" creationId="{0175A52C-E800-2B5A-9FF1-B3E9D380F653}"/>
          </ac:spMkLst>
        </pc:spChg>
      </pc:sldChg>
      <pc:sldChg chg="addSp delSp modSp add del mod">
        <pc:chgData name="Duarte Salas, Erick [SWMLA]" userId="bedf279e-47f8-47ab-9d41-7b1d38a21afa" providerId="ADAL" clId="{6E5CA72D-498A-41BA-B55A-9070011580DB}" dt="2025-11-26T17:16:24.694" v="3888" actId="1076"/>
        <pc:sldMkLst>
          <pc:docMk/>
          <pc:sldMk cId="1130157746" sldId="2145706898"/>
        </pc:sldMkLst>
        <pc:spChg chg="del">
          <ac:chgData name="Duarte Salas, Erick [SWMLA]" userId="bedf279e-47f8-47ab-9d41-7b1d38a21afa" providerId="ADAL" clId="{6E5CA72D-498A-41BA-B55A-9070011580DB}" dt="2025-11-26T16:13:34.071" v="3160" actId="478"/>
          <ac:spMkLst>
            <pc:docMk/>
            <pc:sldMk cId="1130157746" sldId="2145706898"/>
            <ac:spMk id="13" creationId="{C855E7A7-1478-A353-48F7-51E1282012A9}"/>
          </ac:spMkLst>
        </pc:spChg>
        <pc:spChg chg="del mod">
          <ac:chgData name="Duarte Salas, Erick [SWMLA]" userId="bedf279e-47f8-47ab-9d41-7b1d38a21afa" providerId="ADAL" clId="{6E5CA72D-498A-41BA-B55A-9070011580DB}" dt="2025-11-26T17:08:43.069" v="3863" actId="478"/>
          <ac:spMkLst>
            <pc:docMk/>
            <pc:sldMk cId="1130157746" sldId="2145706898"/>
            <ac:spMk id="24" creationId="{C48D1F43-CE6A-6F3D-C566-8D80BD67DFD8}"/>
          </ac:spMkLst>
        </pc:spChg>
        <pc:spChg chg="mod">
          <ac:chgData name="Duarte Salas, Erick [SWMLA]" userId="bedf279e-47f8-47ab-9d41-7b1d38a21afa" providerId="ADAL" clId="{6E5CA72D-498A-41BA-B55A-9070011580DB}" dt="2025-11-26T17:08:58.929" v="3869" actId="14100"/>
          <ac:spMkLst>
            <pc:docMk/>
            <pc:sldMk cId="1130157746" sldId="2145706898"/>
            <ac:spMk id="28" creationId="{62AEDA0E-2783-B865-93C0-96009F6D48E3}"/>
          </ac:spMkLst>
        </pc:spChg>
        <pc:spChg chg="mod">
          <ac:chgData name="Duarte Salas, Erick [SWMLA]" userId="bedf279e-47f8-47ab-9d41-7b1d38a21afa" providerId="ADAL" clId="{6E5CA72D-498A-41BA-B55A-9070011580DB}" dt="2025-11-26T17:10:20.149" v="3880" actId="20577"/>
          <ac:spMkLst>
            <pc:docMk/>
            <pc:sldMk cId="1130157746" sldId="2145706898"/>
            <ac:spMk id="37" creationId="{8AAE1FA2-6900-753F-AC29-EBD165557682}"/>
          </ac:spMkLst>
        </pc:spChg>
        <pc:spChg chg="del topLvl">
          <ac:chgData name="Duarte Salas, Erick [SWMLA]" userId="bedf279e-47f8-47ab-9d41-7b1d38a21afa" providerId="ADAL" clId="{6E5CA72D-498A-41BA-B55A-9070011580DB}" dt="2025-11-26T17:08:38.079" v="3861" actId="478"/>
          <ac:spMkLst>
            <pc:docMk/>
            <pc:sldMk cId="1130157746" sldId="2145706898"/>
            <ac:spMk id="39" creationId="{4B3D28DC-9B6D-5987-82E0-1AC6F9F9360D}"/>
          </ac:spMkLst>
        </pc:spChg>
        <pc:spChg chg="del topLvl">
          <ac:chgData name="Duarte Salas, Erick [SWMLA]" userId="bedf279e-47f8-47ab-9d41-7b1d38a21afa" providerId="ADAL" clId="{6E5CA72D-498A-41BA-B55A-9070011580DB}" dt="2025-11-26T17:08:46.909" v="3865" actId="478"/>
          <ac:spMkLst>
            <pc:docMk/>
            <pc:sldMk cId="1130157746" sldId="2145706898"/>
            <ac:spMk id="40" creationId="{49B2B2C4-4504-076F-28C1-C75FB61DC877}"/>
          </ac:spMkLst>
        </pc:spChg>
        <pc:spChg chg="del mod">
          <ac:chgData name="Duarte Salas, Erick [SWMLA]" userId="bedf279e-47f8-47ab-9d41-7b1d38a21afa" providerId="ADAL" clId="{6E5CA72D-498A-41BA-B55A-9070011580DB}" dt="2025-11-26T17:08:44.589" v="3864" actId="478"/>
          <ac:spMkLst>
            <pc:docMk/>
            <pc:sldMk cId="1130157746" sldId="2145706898"/>
            <ac:spMk id="41" creationId="{CC89254B-5C44-D1D5-56DF-ECC771DE5626}"/>
          </ac:spMkLst>
        </pc:spChg>
        <pc:grpChg chg="mod">
          <ac:chgData name="Duarte Salas, Erick [SWMLA]" userId="bedf279e-47f8-47ab-9d41-7b1d38a21afa" providerId="ADAL" clId="{6E5CA72D-498A-41BA-B55A-9070011580DB}" dt="2025-11-26T17:08:53.219" v="3868" actId="14100"/>
          <ac:grpSpMkLst>
            <pc:docMk/>
            <pc:sldMk cId="1130157746" sldId="2145706898"/>
            <ac:grpSpMk id="29" creationId="{0E5E3C04-29A2-B628-CE7B-A0099A0F5A90}"/>
          </ac:grpSpMkLst>
        </pc:grpChg>
        <pc:grpChg chg="del mod">
          <ac:chgData name="Duarte Salas, Erick [SWMLA]" userId="bedf279e-47f8-47ab-9d41-7b1d38a21afa" providerId="ADAL" clId="{6E5CA72D-498A-41BA-B55A-9070011580DB}" dt="2025-11-26T17:08:41.523" v="3862" actId="478"/>
          <ac:grpSpMkLst>
            <pc:docMk/>
            <pc:sldMk cId="1130157746" sldId="2145706898"/>
            <ac:grpSpMk id="32" creationId="{0605D8E2-3454-5E5B-9801-B6572710EAA4}"/>
          </ac:grpSpMkLst>
        </pc:grpChg>
        <pc:grpChg chg="del mod">
          <ac:chgData name="Duarte Salas, Erick [SWMLA]" userId="bedf279e-47f8-47ab-9d41-7b1d38a21afa" providerId="ADAL" clId="{6E5CA72D-498A-41BA-B55A-9070011580DB}" dt="2025-11-26T17:08:38.079" v="3861" actId="478"/>
          <ac:grpSpMkLst>
            <pc:docMk/>
            <pc:sldMk cId="1130157746" sldId="2145706898"/>
            <ac:grpSpMk id="38" creationId="{0273212F-CB33-43B6-887B-2C65E5BA6197}"/>
          </ac:grpSpMkLst>
        </pc:grpChg>
        <pc:picChg chg="add mod">
          <ac:chgData name="Duarte Salas, Erick [SWMLA]" userId="bedf279e-47f8-47ab-9d41-7b1d38a21afa" providerId="ADAL" clId="{6E5CA72D-498A-41BA-B55A-9070011580DB}" dt="2025-11-26T17:16:24.694" v="3888" actId="1076"/>
          <ac:picMkLst>
            <pc:docMk/>
            <pc:sldMk cId="1130157746" sldId="2145706898"/>
            <ac:picMk id="3" creationId="{CBB4B218-8B42-1AD6-65FB-3D609D7E77EE}"/>
          </ac:picMkLst>
        </pc:picChg>
        <pc:picChg chg="del">
          <ac:chgData name="Duarte Salas, Erick [SWMLA]" userId="bedf279e-47f8-47ab-9d41-7b1d38a21afa" providerId="ADAL" clId="{6E5CA72D-498A-41BA-B55A-9070011580DB}" dt="2025-11-26T16:13:31.544" v="3158" actId="478"/>
          <ac:picMkLst>
            <pc:docMk/>
            <pc:sldMk cId="1130157746" sldId="2145706898"/>
            <ac:picMk id="9" creationId="{552E6C33-0A97-EA2F-D3C4-3C3E6E663484}"/>
          </ac:picMkLst>
        </pc:picChg>
        <pc:picChg chg="del">
          <ac:chgData name="Duarte Salas, Erick [SWMLA]" userId="bedf279e-47f8-47ab-9d41-7b1d38a21afa" providerId="ADAL" clId="{6E5CA72D-498A-41BA-B55A-9070011580DB}" dt="2025-11-26T16:13:32.421" v="3159" actId="478"/>
          <ac:picMkLst>
            <pc:docMk/>
            <pc:sldMk cId="1130157746" sldId="2145706898"/>
            <ac:picMk id="12" creationId="{DFF2CE70-2C11-AAAD-597C-F69A4EC8B1AE}"/>
          </ac:picMkLst>
        </pc:picChg>
        <pc:picChg chg="add mod">
          <ac:chgData name="Duarte Salas, Erick [SWMLA]" userId="bedf279e-47f8-47ab-9d41-7b1d38a21afa" providerId="ADAL" clId="{6E5CA72D-498A-41BA-B55A-9070011580DB}" dt="2025-11-26T17:16:17.886" v="3884" actId="1076"/>
          <ac:picMkLst>
            <pc:docMk/>
            <pc:sldMk cId="1130157746" sldId="2145706898"/>
            <ac:picMk id="1026" creationId="{F4870753-B803-A905-0D16-676CBB4A3904}"/>
          </ac:picMkLst>
        </pc:picChg>
      </pc:sldChg>
      <pc:sldChg chg="modSp mod">
        <pc:chgData name="Duarte Salas, Erick [SWMLA]" userId="bedf279e-47f8-47ab-9d41-7b1d38a21afa" providerId="ADAL" clId="{6E5CA72D-498A-41BA-B55A-9070011580DB}" dt="2025-11-18T22:28:42.892" v="3135" actId="113"/>
        <pc:sldMkLst>
          <pc:docMk/>
          <pc:sldMk cId="2377471109" sldId="2147480141"/>
        </pc:sldMkLst>
        <pc:graphicFrameChg chg="mod modGraphic">
          <ac:chgData name="Duarte Salas, Erick [SWMLA]" userId="bedf279e-47f8-47ab-9d41-7b1d38a21afa" providerId="ADAL" clId="{6E5CA72D-498A-41BA-B55A-9070011580DB}" dt="2025-10-29T14:56:45.119" v="1904" actId="20577"/>
          <ac:graphicFrameMkLst>
            <pc:docMk/>
            <pc:sldMk cId="2377471109" sldId="2147480141"/>
            <ac:graphicFrameMk id="2" creationId="{4178087C-0AB4-0D82-8697-36DB39835EE1}"/>
          </ac:graphicFrameMkLst>
        </pc:graphicFrameChg>
        <pc:graphicFrameChg chg="modGraphic">
          <ac:chgData name="Duarte Salas, Erick [SWMLA]" userId="bedf279e-47f8-47ab-9d41-7b1d38a21afa" providerId="ADAL" clId="{6E5CA72D-498A-41BA-B55A-9070011580DB}" dt="2025-10-29T14:41:24.207" v="1299" actId="20577"/>
          <ac:graphicFrameMkLst>
            <pc:docMk/>
            <pc:sldMk cId="2377471109" sldId="2147480141"/>
            <ac:graphicFrameMk id="7" creationId="{42957A7D-C41A-CCDA-88AB-502B6014C1C4}"/>
          </ac:graphicFrameMkLst>
        </pc:graphicFrameChg>
        <pc:graphicFrameChg chg="modGraphic">
          <ac:chgData name="Duarte Salas, Erick [SWMLA]" userId="bedf279e-47f8-47ab-9d41-7b1d38a21afa" providerId="ADAL" clId="{6E5CA72D-498A-41BA-B55A-9070011580DB}" dt="2025-11-18T22:25:43.663" v="3133" actId="20577"/>
          <ac:graphicFrameMkLst>
            <pc:docMk/>
            <pc:sldMk cId="2377471109" sldId="2147480141"/>
            <ac:graphicFrameMk id="8" creationId="{F2DF9D72-41C6-21BC-8B73-8BC2006FE816}"/>
          </ac:graphicFrameMkLst>
        </pc:graphicFrameChg>
        <pc:graphicFrameChg chg="modGraphic">
          <ac:chgData name="Duarte Salas, Erick [SWMLA]" userId="bedf279e-47f8-47ab-9d41-7b1d38a21afa" providerId="ADAL" clId="{6E5CA72D-498A-41BA-B55A-9070011580DB}" dt="2025-11-18T22:28:42.892" v="3135" actId="113"/>
          <ac:graphicFrameMkLst>
            <pc:docMk/>
            <pc:sldMk cId="2377471109" sldId="2147480141"/>
            <ac:graphicFrameMk id="13" creationId="{BCDE9A69-ABA3-0B60-0D47-FB34CFE83299}"/>
          </ac:graphicFrameMkLst>
        </pc:graphicFrameChg>
        <pc:graphicFrameChg chg="modGraphic">
          <ac:chgData name="Duarte Salas, Erick [SWMLA]" userId="bedf279e-47f8-47ab-9d41-7b1d38a21afa" providerId="ADAL" clId="{6E5CA72D-498A-41BA-B55A-9070011580DB}" dt="2025-10-29T14:42:17.135" v="1490" actId="20577"/>
          <ac:graphicFrameMkLst>
            <pc:docMk/>
            <pc:sldMk cId="2377471109" sldId="2147480141"/>
            <ac:graphicFrameMk id="16" creationId="{A54C145B-53F2-4DC2-48CF-2E523ACEC1C0}"/>
          </ac:graphicFrameMkLst>
        </pc:graphicFrameChg>
      </pc:sldChg>
      <pc:sldChg chg="addSp delSp modSp add del mod">
        <pc:chgData name="Duarte Salas, Erick [SWMLA]" userId="bedf279e-47f8-47ab-9d41-7b1d38a21afa" providerId="ADAL" clId="{6E5CA72D-498A-41BA-B55A-9070011580DB}" dt="2025-11-03T19:11:49.016" v="3070" actId="47"/>
        <pc:sldMkLst>
          <pc:docMk/>
          <pc:sldMk cId="278185230" sldId="2147480142"/>
        </pc:sldMkLst>
      </pc:sldChg>
      <pc:sldChg chg="delSp modSp add del mod">
        <pc:chgData name="Duarte Salas, Erick [SWMLA]" userId="bedf279e-47f8-47ab-9d41-7b1d38a21afa" providerId="ADAL" clId="{6E5CA72D-498A-41BA-B55A-9070011580DB}" dt="2025-11-26T17:25:09.410" v="4683" actId="2696"/>
        <pc:sldMkLst>
          <pc:docMk/>
          <pc:sldMk cId="3701548234" sldId="2147480142"/>
        </pc:sldMkLst>
        <pc:spChg chg="del mod topLvl">
          <ac:chgData name="Duarte Salas, Erick [SWMLA]" userId="bedf279e-47f8-47ab-9d41-7b1d38a21afa" providerId="ADAL" clId="{6E5CA72D-498A-41BA-B55A-9070011580DB}" dt="2025-11-26T16:12:43.126" v="3142" actId="478"/>
          <ac:spMkLst>
            <pc:docMk/>
            <pc:sldMk cId="3701548234" sldId="2147480142"/>
            <ac:spMk id="10" creationId="{BC182C54-BB5B-AA2D-447D-63841C59B649}"/>
          </ac:spMkLst>
        </pc:spChg>
        <pc:spChg chg="del topLvl">
          <ac:chgData name="Duarte Salas, Erick [SWMLA]" userId="bedf279e-47f8-47ab-9d41-7b1d38a21afa" providerId="ADAL" clId="{6E5CA72D-498A-41BA-B55A-9070011580DB}" dt="2025-11-26T16:12:43.791" v="3143" actId="478"/>
          <ac:spMkLst>
            <pc:docMk/>
            <pc:sldMk cId="3701548234" sldId="2147480142"/>
            <ac:spMk id="11" creationId="{50F1680E-C261-5ADD-34CF-894033606135}"/>
          </ac:spMkLst>
        </pc:spChg>
        <pc:spChg chg="del">
          <ac:chgData name="Duarte Salas, Erick [SWMLA]" userId="bedf279e-47f8-47ab-9d41-7b1d38a21afa" providerId="ADAL" clId="{6E5CA72D-498A-41BA-B55A-9070011580DB}" dt="2025-11-26T16:12:44.523" v="3144" actId="478"/>
          <ac:spMkLst>
            <pc:docMk/>
            <pc:sldMk cId="3701548234" sldId="2147480142"/>
            <ac:spMk id="12" creationId="{D78EFAE7-1F21-5D28-E41F-E187CB998148}"/>
          </ac:spMkLst>
        </pc:spChg>
        <pc:spChg chg="del">
          <ac:chgData name="Duarte Salas, Erick [SWMLA]" userId="bedf279e-47f8-47ab-9d41-7b1d38a21afa" providerId="ADAL" clId="{6E5CA72D-498A-41BA-B55A-9070011580DB}" dt="2025-11-26T16:12:50.223" v="3151" actId="478"/>
          <ac:spMkLst>
            <pc:docMk/>
            <pc:sldMk cId="3701548234" sldId="2147480142"/>
            <ac:spMk id="14" creationId="{91A66D30-6387-2A46-9EF4-B6E0A33BF5E9}"/>
          </ac:spMkLst>
        </pc:spChg>
        <pc:spChg chg="del">
          <ac:chgData name="Duarte Salas, Erick [SWMLA]" userId="bedf279e-47f8-47ab-9d41-7b1d38a21afa" providerId="ADAL" clId="{6E5CA72D-498A-41BA-B55A-9070011580DB}" dt="2025-11-26T16:12:49.591" v="3150" actId="478"/>
          <ac:spMkLst>
            <pc:docMk/>
            <pc:sldMk cId="3701548234" sldId="2147480142"/>
            <ac:spMk id="17" creationId="{897DE6EA-7448-2D66-799C-83B8C8275A47}"/>
          </ac:spMkLst>
        </pc:spChg>
        <pc:spChg chg="del">
          <ac:chgData name="Duarte Salas, Erick [SWMLA]" userId="bedf279e-47f8-47ab-9d41-7b1d38a21afa" providerId="ADAL" clId="{6E5CA72D-498A-41BA-B55A-9070011580DB}" dt="2025-11-26T16:12:49.036" v="3149" actId="478"/>
          <ac:spMkLst>
            <pc:docMk/>
            <pc:sldMk cId="3701548234" sldId="2147480142"/>
            <ac:spMk id="18" creationId="{923F9890-E261-238D-2002-D9C84BEE3F67}"/>
          </ac:spMkLst>
        </pc:spChg>
        <pc:spChg chg="del">
          <ac:chgData name="Duarte Salas, Erick [SWMLA]" userId="bedf279e-47f8-47ab-9d41-7b1d38a21afa" providerId="ADAL" clId="{6E5CA72D-498A-41BA-B55A-9070011580DB}" dt="2025-11-26T16:12:48.476" v="3148" actId="478"/>
          <ac:spMkLst>
            <pc:docMk/>
            <pc:sldMk cId="3701548234" sldId="2147480142"/>
            <ac:spMk id="19" creationId="{40981417-8B28-20DF-0893-CC8E2A80DA83}"/>
          </ac:spMkLst>
        </pc:spChg>
        <pc:spChg chg="del">
          <ac:chgData name="Duarte Salas, Erick [SWMLA]" userId="bedf279e-47f8-47ab-9d41-7b1d38a21afa" providerId="ADAL" clId="{6E5CA72D-498A-41BA-B55A-9070011580DB}" dt="2025-11-26T16:12:55.973" v="3156" actId="478"/>
          <ac:spMkLst>
            <pc:docMk/>
            <pc:sldMk cId="3701548234" sldId="2147480142"/>
            <ac:spMk id="20" creationId="{36D1E779-1E4D-6AB7-49E4-EEB215671195}"/>
          </ac:spMkLst>
        </pc:spChg>
        <pc:grpChg chg="del">
          <ac:chgData name="Duarte Salas, Erick [SWMLA]" userId="bedf279e-47f8-47ab-9d41-7b1d38a21afa" providerId="ADAL" clId="{6E5CA72D-498A-41BA-B55A-9070011580DB}" dt="2025-11-26T16:12:43.126" v="3142" actId="478"/>
          <ac:grpSpMkLst>
            <pc:docMk/>
            <pc:sldMk cId="3701548234" sldId="2147480142"/>
            <ac:grpSpMk id="9" creationId="{DD8E2297-86B9-EE67-98FC-F23956FABCF4}"/>
          </ac:grpSpMkLst>
        </pc:grpChg>
        <pc:graphicFrameChg chg="del">
          <ac:chgData name="Duarte Salas, Erick [SWMLA]" userId="bedf279e-47f8-47ab-9d41-7b1d38a21afa" providerId="ADAL" clId="{6E5CA72D-498A-41BA-B55A-9070011580DB}" dt="2025-11-26T16:12:47.956" v="3147" actId="478"/>
          <ac:graphicFrameMkLst>
            <pc:docMk/>
            <pc:sldMk cId="3701548234" sldId="2147480142"/>
            <ac:graphicFrameMk id="2" creationId="{339B4726-17AF-512A-E30E-A7D635B8C8FF}"/>
          </ac:graphicFrameMkLst>
        </pc:graphicFrameChg>
        <pc:graphicFrameChg chg="del modGraphic">
          <ac:chgData name="Duarte Salas, Erick [SWMLA]" userId="bedf279e-47f8-47ab-9d41-7b1d38a21afa" providerId="ADAL" clId="{6E5CA72D-498A-41BA-B55A-9070011580DB}" dt="2025-11-26T16:12:46.502" v="3146" actId="478"/>
          <ac:graphicFrameMkLst>
            <pc:docMk/>
            <pc:sldMk cId="3701548234" sldId="2147480142"/>
            <ac:graphicFrameMk id="3" creationId="{8B239070-7724-6B6F-32D7-23A37BCBD561}"/>
          </ac:graphicFrameMkLst>
        </pc:graphicFrameChg>
        <pc:graphicFrameChg chg="del modGraphic">
          <ac:chgData name="Duarte Salas, Erick [SWMLA]" userId="bedf279e-47f8-47ab-9d41-7b1d38a21afa" providerId="ADAL" clId="{6E5CA72D-498A-41BA-B55A-9070011580DB}" dt="2025-11-26T16:12:54.741" v="3155" actId="478"/>
          <ac:graphicFrameMkLst>
            <pc:docMk/>
            <pc:sldMk cId="3701548234" sldId="2147480142"/>
            <ac:graphicFrameMk id="4" creationId="{159F1737-7C85-E35A-8FFA-F151009D747A}"/>
          </ac:graphicFrameMkLst>
        </pc:graphicFrameChg>
        <pc:graphicFrameChg chg="del">
          <ac:chgData name="Duarte Salas, Erick [SWMLA]" userId="bedf279e-47f8-47ab-9d41-7b1d38a21afa" providerId="ADAL" clId="{6E5CA72D-498A-41BA-B55A-9070011580DB}" dt="2025-11-26T16:12:51.312" v="3152" actId="478"/>
          <ac:graphicFrameMkLst>
            <pc:docMk/>
            <pc:sldMk cId="3701548234" sldId="2147480142"/>
            <ac:graphicFrameMk id="7" creationId="{73ED2EA5-BACA-B213-C8FF-3348A9965AF8}"/>
          </ac:graphicFrameMkLst>
        </pc:graphicFrameChg>
        <pc:graphicFrameChg chg="del">
          <ac:chgData name="Duarte Salas, Erick [SWMLA]" userId="bedf279e-47f8-47ab-9d41-7b1d38a21afa" providerId="ADAL" clId="{6E5CA72D-498A-41BA-B55A-9070011580DB}" dt="2025-11-26T16:12:40.171" v="3140" actId="478"/>
          <ac:graphicFrameMkLst>
            <pc:docMk/>
            <pc:sldMk cId="3701548234" sldId="2147480142"/>
            <ac:graphicFrameMk id="8" creationId="{3FD135D1-C96E-3108-011B-6031EEDD56F1}"/>
          </ac:graphicFrameMkLst>
        </pc:graphicFrameChg>
        <pc:graphicFrameChg chg="del modGraphic">
          <ac:chgData name="Duarte Salas, Erick [SWMLA]" userId="bedf279e-47f8-47ab-9d41-7b1d38a21afa" providerId="ADAL" clId="{6E5CA72D-498A-41BA-B55A-9070011580DB}" dt="2025-11-26T16:12:39.051" v="3139" actId="478"/>
          <ac:graphicFrameMkLst>
            <pc:docMk/>
            <pc:sldMk cId="3701548234" sldId="2147480142"/>
            <ac:graphicFrameMk id="13" creationId="{2897471C-074F-87D7-85EC-B28D3CF31422}"/>
          </ac:graphicFrameMkLst>
        </pc:graphicFrameChg>
        <pc:graphicFrameChg chg="del">
          <ac:chgData name="Duarte Salas, Erick [SWMLA]" userId="bedf279e-47f8-47ab-9d41-7b1d38a21afa" providerId="ADAL" clId="{6E5CA72D-498A-41BA-B55A-9070011580DB}" dt="2025-11-26T16:12:51.839" v="3153" actId="478"/>
          <ac:graphicFrameMkLst>
            <pc:docMk/>
            <pc:sldMk cId="3701548234" sldId="2147480142"/>
            <ac:graphicFrameMk id="16" creationId="{B09DD57F-EB9E-BCB5-E71F-B862C24FAE06}"/>
          </ac:graphicFrameMkLst>
        </pc:graphicFrameChg>
      </pc:sldChg>
      <pc:sldChg chg="addSp delSp modSp add mod">
        <pc:chgData name="Duarte Salas, Erick [SWMLA]" userId="bedf279e-47f8-47ab-9d41-7b1d38a21afa" providerId="ADAL" clId="{6E5CA72D-498A-41BA-B55A-9070011580DB}" dt="2025-11-26T19:20:59.914" v="6040" actId="20577"/>
        <pc:sldMkLst>
          <pc:docMk/>
          <pc:sldMk cId="20112928" sldId="2147480143"/>
        </pc:sldMkLst>
        <pc:spChg chg="add mod">
          <ac:chgData name="Duarte Salas, Erick [SWMLA]" userId="bedf279e-47f8-47ab-9d41-7b1d38a21afa" providerId="ADAL" clId="{6E5CA72D-498A-41BA-B55A-9070011580DB}" dt="2025-11-26T17:29:03.162" v="4733" actId="1076"/>
          <ac:spMkLst>
            <pc:docMk/>
            <pc:sldMk cId="20112928" sldId="2147480143"/>
            <ac:spMk id="4" creationId="{B98C9396-2878-2A39-98A7-C9F188B22085}"/>
          </ac:spMkLst>
        </pc:spChg>
        <pc:spChg chg="add del mod">
          <ac:chgData name="Duarte Salas, Erick [SWMLA]" userId="bedf279e-47f8-47ab-9d41-7b1d38a21afa" providerId="ADAL" clId="{6E5CA72D-498A-41BA-B55A-9070011580DB}" dt="2025-11-26T17:29:23.375" v="4736"/>
          <ac:spMkLst>
            <pc:docMk/>
            <pc:sldMk cId="20112928" sldId="2147480143"/>
            <ac:spMk id="5" creationId="{A2CDB68A-8A19-B5E0-A2CE-CA793B696057}"/>
          </ac:spMkLst>
        </pc:spChg>
        <pc:spChg chg="add mod">
          <ac:chgData name="Duarte Salas, Erick [SWMLA]" userId="bedf279e-47f8-47ab-9d41-7b1d38a21afa" providerId="ADAL" clId="{6E5CA72D-498A-41BA-B55A-9070011580DB}" dt="2025-11-26T17:48:56.109" v="5166" actId="1035"/>
          <ac:spMkLst>
            <pc:docMk/>
            <pc:sldMk cId="20112928" sldId="2147480143"/>
            <ac:spMk id="6" creationId="{6B604102-9DFB-891A-E42B-BECDDBB34989}"/>
          </ac:spMkLst>
        </pc:spChg>
        <pc:spChg chg="add mod">
          <ac:chgData name="Duarte Salas, Erick [SWMLA]" userId="bedf279e-47f8-47ab-9d41-7b1d38a21afa" providerId="ADAL" clId="{6E5CA72D-498A-41BA-B55A-9070011580DB}" dt="2025-11-26T19:20:59.914" v="6040" actId="20577"/>
          <ac:spMkLst>
            <pc:docMk/>
            <pc:sldMk cId="20112928" sldId="2147480143"/>
            <ac:spMk id="10" creationId="{92573096-5D8D-2CBD-7D0D-54DFA2676B98}"/>
          </ac:spMkLst>
        </pc:spChg>
        <pc:spChg chg="add mod">
          <ac:chgData name="Duarte Salas, Erick [SWMLA]" userId="bedf279e-47f8-47ab-9d41-7b1d38a21afa" providerId="ADAL" clId="{6E5CA72D-498A-41BA-B55A-9070011580DB}" dt="2025-11-26T17:49:38.598" v="5221" actId="1076"/>
          <ac:spMkLst>
            <pc:docMk/>
            <pc:sldMk cId="20112928" sldId="2147480143"/>
            <ac:spMk id="11" creationId="{EA67A67E-588D-74B2-89AF-63F7389B1CE9}"/>
          </ac:spMkLst>
        </pc:spChg>
        <pc:spChg chg="add mod">
          <ac:chgData name="Duarte Salas, Erick [SWMLA]" userId="bedf279e-47f8-47ab-9d41-7b1d38a21afa" providerId="ADAL" clId="{6E5CA72D-498A-41BA-B55A-9070011580DB}" dt="2025-11-26T17:55:15.708" v="5850" actId="20577"/>
          <ac:spMkLst>
            <pc:docMk/>
            <pc:sldMk cId="20112928" sldId="2147480143"/>
            <ac:spMk id="14" creationId="{5C4A8B0F-353A-5E17-DD04-5C5018D19FA0}"/>
          </ac:spMkLst>
        </pc:spChg>
        <pc:spChg chg="mod">
          <ac:chgData name="Duarte Salas, Erick [SWMLA]" userId="bedf279e-47f8-47ab-9d41-7b1d38a21afa" providerId="ADAL" clId="{6E5CA72D-498A-41BA-B55A-9070011580DB}" dt="2025-11-26T17:21:47.475" v="4338" actId="20577"/>
          <ac:spMkLst>
            <pc:docMk/>
            <pc:sldMk cId="20112928" sldId="2147480143"/>
            <ac:spMk id="27" creationId="{BFE3C1F0-7088-6897-22BA-8FA2DED02C03}"/>
          </ac:spMkLst>
        </pc:spChg>
        <pc:spChg chg="mod">
          <ac:chgData name="Duarte Salas, Erick [SWMLA]" userId="bedf279e-47f8-47ab-9d41-7b1d38a21afa" providerId="ADAL" clId="{6E5CA72D-498A-41BA-B55A-9070011580DB}" dt="2025-11-26T17:16:41.261" v="3891" actId="20577"/>
          <ac:spMkLst>
            <pc:docMk/>
            <pc:sldMk cId="20112928" sldId="2147480143"/>
            <ac:spMk id="28" creationId="{A38833C8-EBB7-9207-776C-1DB77C07C634}"/>
          </ac:spMkLst>
        </pc:spChg>
        <pc:spChg chg="mod">
          <ac:chgData name="Duarte Salas, Erick [SWMLA]" userId="bedf279e-47f8-47ab-9d41-7b1d38a21afa" providerId="ADAL" clId="{6E5CA72D-498A-41BA-B55A-9070011580DB}" dt="2025-11-26T17:28:17.099" v="4691" actId="14100"/>
          <ac:spMkLst>
            <pc:docMk/>
            <pc:sldMk cId="20112928" sldId="2147480143"/>
            <ac:spMk id="37" creationId="{22EF8BFD-5475-B98D-4DE4-86E2ED84202A}"/>
          </ac:spMkLst>
        </pc:spChg>
        <pc:picChg chg="add mod">
          <ac:chgData name="Duarte Salas, Erick [SWMLA]" userId="bedf279e-47f8-47ab-9d41-7b1d38a21afa" providerId="ADAL" clId="{6E5CA72D-498A-41BA-B55A-9070011580DB}" dt="2025-11-26T17:48:50.268" v="5159" actId="1035"/>
          <ac:picMkLst>
            <pc:docMk/>
            <pc:sldMk cId="20112928" sldId="2147480143"/>
            <ac:picMk id="2" creationId="{D8E30CA0-A8C1-F367-B9C0-35ED61E8E198}"/>
          </ac:picMkLst>
        </pc:picChg>
        <pc:picChg chg="del">
          <ac:chgData name="Duarte Salas, Erick [SWMLA]" userId="bedf279e-47f8-47ab-9d41-7b1d38a21afa" providerId="ADAL" clId="{6E5CA72D-498A-41BA-B55A-9070011580DB}" dt="2025-11-26T17:17:36.969" v="3989" actId="478"/>
          <ac:picMkLst>
            <pc:docMk/>
            <pc:sldMk cId="20112928" sldId="2147480143"/>
            <ac:picMk id="3" creationId="{EAEBB172-428B-BA64-2384-230E3D42DCFD}"/>
          </ac:picMkLst>
        </pc:picChg>
        <pc:picChg chg="add del mod">
          <ac:chgData name="Duarte Salas, Erick [SWMLA]" userId="bedf279e-47f8-47ab-9d41-7b1d38a21afa" providerId="ADAL" clId="{6E5CA72D-498A-41BA-B55A-9070011580DB}" dt="2025-11-26T17:46:07.669" v="5090" actId="478"/>
          <ac:picMkLst>
            <pc:docMk/>
            <pc:sldMk cId="20112928" sldId="2147480143"/>
            <ac:picMk id="8" creationId="{5C6027F3-C4BC-A265-BD9C-860519A86B88}"/>
          </ac:picMkLst>
        </pc:picChg>
        <pc:picChg chg="add del mod">
          <ac:chgData name="Duarte Salas, Erick [SWMLA]" userId="bedf279e-47f8-47ab-9d41-7b1d38a21afa" providerId="ADAL" clId="{6E5CA72D-498A-41BA-B55A-9070011580DB}" dt="2025-11-26T17:47:54.684" v="5138" actId="478"/>
          <ac:picMkLst>
            <pc:docMk/>
            <pc:sldMk cId="20112928" sldId="2147480143"/>
            <ac:picMk id="9" creationId="{D9BD71CA-69C9-C249-4ADF-5CD9A6A78020}"/>
          </ac:picMkLst>
        </pc:picChg>
        <pc:picChg chg="add">
          <ac:chgData name="Duarte Salas, Erick [SWMLA]" userId="bedf279e-47f8-47ab-9d41-7b1d38a21afa" providerId="ADAL" clId="{6E5CA72D-498A-41BA-B55A-9070011580DB}" dt="2025-11-26T17:47:56.198" v="5139"/>
          <ac:picMkLst>
            <pc:docMk/>
            <pc:sldMk cId="20112928" sldId="2147480143"/>
            <ac:picMk id="12" creationId="{E61C1237-B2CD-0ED9-4E0B-AAFF6B554F7E}"/>
          </ac:picMkLst>
        </pc:picChg>
        <pc:picChg chg="add mod">
          <ac:chgData name="Duarte Salas, Erick [SWMLA]" userId="bedf279e-47f8-47ab-9d41-7b1d38a21afa" providerId="ADAL" clId="{6E5CA72D-498A-41BA-B55A-9070011580DB}" dt="2025-11-26T17:49:35.331" v="5220" actId="14100"/>
          <ac:picMkLst>
            <pc:docMk/>
            <pc:sldMk cId="20112928" sldId="2147480143"/>
            <ac:picMk id="13" creationId="{D73050DB-992D-A465-D8EE-CC6074870965}"/>
          </ac:picMkLst>
        </pc:picChg>
        <pc:picChg chg="del">
          <ac:chgData name="Duarte Salas, Erick [SWMLA]" userId="bedf279e-47f8-47ab-9d41-7b1d38a21afa" providerId="ADAL" clId="{6E5CA72D-498A-41BA-B55A-9070011580DB}" dt="2025-11-26T17:17:04.259" v="3914" actId="478"/>
          <ac:picMkLst>
            <pc:docMk/>
            <pc:sldMk cId="20112928" sldId="2147480143"/>
            <ac:picMk id="1026" creationId="{B00BD246-D1E5-DB5F-582A-AB3EA44F1FDB}"/>
          </ac:picMkLst>
        </pc:picChg>
      </pc:sldChg>
      <pc:sldChg chg="modSp add mod">
        <pc:chgData name="Duarte Salas, Erick [SWMLA]" userId="bedf279e-47f8-47ab-9d41-7b1d38a21afa" providerId="ADAL" clId="{6E5CA72D-498A-41BA-B55A-9070011580DB}" dt="2025-11-26T17:21:41.853" v="4337" actId="20577"/>
        <pc:sldMkLst>
          <pc:docMk/>
          <pc:sldMk cId="794121834" sldId="2147480144"/>
        </pc:sldMkLst>
        <pc:spChg chg="mod">
          <ac:chgData name="Duarte Salas, Erick [SWMLA]" userId="bedf279e-47f8-47ab-9d41-7b1d38a21afa" providerId="ADAL" clId="{6E5CA72D-498A-41BA-B55A-9070011580DB}" dt="2025-11-26T17:21:41.853" v="4337" actId="20577"/>
          <ac:spMkLst>
            <pc:docMk/>
            <pc:sldMk cId="794121834" sldId="2147480144"/>
            <ac:spMk id="27" creationId="{DFBA67A5-B9D3-45A0-D770-37AD8B581666}"/>
          </ac:spMkLst>
        </pc:spChg>
        <pc:spChg chg="mod">
          <ac:chgData name="Duarte Salas, Erick [SWMLA]" userId="bedf279e-47f8-47ab-9d41-7b1d38a21afa" providerId="ADAL" clId="{6E5CA72D-498A-41BA-B55A-9070011580DB}" dt="2025-11-26T17:21:34.319" v="4305" actId="20577"/>
          <ac:spMkLst>
            <pc:docMk/>
            <pc:sldMk cId="794121834" sldId="2147480144"/>
            <ac:spMk id="28" creationId="{FC71290A-A48E-86AF-B25A-377ED245098B}"/>
          </ac:spMkLst>
        </pc:spChg>
      </pc:sldChg>
      <pc:sldChg chg="add del">
        <pc:chgData name="Duarte Salas, Erick [SWMLA]" userId="bedf279e-47f8-47ab-9d41-7b1d38a21afa" providerId="ADAL" clId="{6E5CA72D-498A-41BA-B55A-9070011580DB}" dt="2025-11-26T17:25:13.784" v="4684" actId="2696"/>
        <pc:sldMkLst>
          <pc:docMk/>
          <pc:sldMk cId="1687230108" sldId="2147480145"/>
        </pc:sldMkLst>
      </pc:sldChg>
      <pc:sldMasterChg chg="delSldLayout">
        <pc:chgData name="Duarte Salas, Erick [SWMLA]" userId="bedf279e-47f8-47ab-9d41-7b1d38a21afa" providerId="ADAL" clId="{6E5CA72D-498A-41BA-B55A-9070011580DB}" dt="2025-11-03T19:11:49.016" v="3070" actId="47"/>
        <pc:sldMasterMkLst>
          <pc:docMk/>
          <pc:sldMasterMk cId="4010181582" sldId="2147483660"/>
        </pc:sldMasterMkLst>
        <pc:sldLayoutChg chg="del">
          <pc:chgData name="Duarte Salas, Erick [SWMLA]" userId="bedf279e-47f8-47ab-9d41-7b1d38a21afa" providerId="ADAL" clId="{6E5CA72D-498A-41BA-B55A-9070011580DB}" dt="2025-11-03T19:11:49.016" v="3070" actId="47"/>
          <pc:sldLayoutMkLst>
            <pc:docMk/>
            <pc:sldMasterMk cId="4010181582" sldId="2147483660"/>
            <pc:sldLayoutMk cId="3130344092" sldId="214748368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56BD6-AE64-4ABF-A6F5-513AF072A5B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DDB68-CBAF-4FC7-AD6A-DBC87D942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80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DDB68-CBAF-4FC7-AD6A-DBC87D9428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emf"/><Relationship Id="rId4" Type="http://schemas.openxmlformats.org/officeDocument/2006/relationships/image" Target="../media/image18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png"/><Relationship Id="rId4" Type="http://schemas.openxmlformats.org/officeDocument/2006/relationships/image" Target="../media/image2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F74AE06E-F9ED-C6E0-F0A5-99B3FF615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149"/>
          <a:stretch/>
        </p:blipFill>
        <p:spPr>
          <a:xfrm>
            <a:off x="0" y="1"/>
            <a:ext cx="12192000" cy="67105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35407"/>
            <a:ext cx="7467599" cy="774519"/>
          </a:xfrm>
        </p:spPr>
        <p:txBody>
          <a:bodyPr lIns="0" bIns="0" anchor="b" anchorCtr="0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2400" b="1" cap="all" baseline="0">
                <a:solidFill>
                  <a:srgbClr val="505E6C"/>
                </a:solidFill>
                <a:effectLst/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618018"/>
            <a:ext cx="7467599" cy="1132416"/>
          </a:xfrm>
        </p:spPr>
        <p:txBody>
          <a:bodyPr lIns="0" tIns="73152">
            <a:norm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defRPr sz="1600" b="1" cap="all" baseline="0">
                <a:solidFill>
                  <a:srgbClr val="00A9E8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6EBE189-5883-3C40-5EBA-BE2E5E1FE9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8799" y="473331"/>
            <a:ext cx="4620068" cy="166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0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orient="horz" pos="2904">
          <p15:clr>
            <a:srgbClr val="FBAE40"/>
          </p15:clr>
        </p15:guide>
        <p15:guide id="3" pos="52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08E3E614-F740-5648-B8F0-0B52F308E5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710"/>
          <a:stretch/>
        </p:blipFill>
        <p:spPr>
          <a:xfrm>
            <a:off x="0" y="6852"/>
            <a:ext cx="12192000" cy="61235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977788"/>
            <a:ext cx="10972800" cy="2717912"/>
          </a:xfrm>
        </p:spPr>
        <p:txBody>
          <a:bodyPr bIns="0" anchor="ctr" anchorCtr="0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3200" b="1" kern="1200" cap="none" baseline="0" dirty="0">
                <a:solidFill>
                  <a:schemeClr val="bg1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6AC622CF-8097-2049-98CF-B77CFA1CF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wrap="none" lIns="45720" tIns="45720" rIns="45720" bIns="45720" rtlCol="0" anchor="ctr"/>
          <a:lstStyle>
            <a:lvl1pPr algn="r">
              <a:defRPr lang="en-US" smtClean="0"/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Logo&#10;&#10;Description automatically generated with medium confidence">
            <a:extLst>
              <a:ext uri="{FF2B5EF4-FFF2-40B4-BE49-F238E27FC236}">
                <a16:creationId xmlns:a16="http://schemas.microsoft.com/office/drawing/2014/main" id="{3FD3AAF9-AC01-3248-2DC5-9FBEE49E58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77272" y="6009323"/>
            <a:ext cx="2341460" cy="84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8498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4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rgbClr val="00A9E8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6633" y="1638300"/>
            <a:ext cx="10965767" cy="4267200"/>
          </a:xfrm>
        </p:spPr>
        <p:txBody>
          <a:bodyPr>
            <a:normAutofit/>
          </a:bodyPr>
          <a:lstStyle>
            <a:lvl1pPr>
              <a:defRPr sz="2400">
                <a:latin typeface="+mn-lt"/>
                <a:cs typeface="Arial"/>
              </a:defRPr>
            </a:lvl1pPr>
            <a:lvl2pPr>
              <a:defRPr sz="2000">
                <a:latin typeface="+mn-lt"/>
                <a:cs typeface="Arial"/>
              </a:defRPr>
            </a:lvl2pPr>
            <a:lvl3pPr>
              <a:defRPr sz="1800">
                <a:latin typeface="+mn-lt"/>
                <a:cs typeface="Arial"/>
              </a:defRPr>
            </a:lvl3pPr>
            <a:lvl4pPr>
              <a:defRPr sz="1600">
                <a:latin typeface="+mn-lt"/>
                <a:cs typeface="Arial"/>
              </a:defRPr>
            </a:lvl4pPr>
            <a:lvl5pPr>
              <a:defRPr sz="1600">
                <a:latin typeface="+mn-lt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400"/>
            <a:ext cx="10965767" cy="588749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D42AF3-4C31-7531-3BFD-44187A47B17D}"/>
              </a:ext>
            </a:extLst>
          </p:cNvPr>
          <p:cNvGrpSpPr/>
          <p:nvPr userDrawn="1"/>
        </p:nvGrpSpPr>
        <p:grpSpPr>
          <a:xfrm>
            <a:off x="8328321" y="6100719"/>
            <a:ext cx="3863680" cy="757281"/>
            <a:chOff x="8328321" y="6100719"/>
            <a:chExt cx="3863680" cy="757281"/>
          </a:xfrm>
        </p:grpSpPr>
        <p:pic>
          <p:nvPicPr>
            <p:cNvPr id="16" name="Picture 15" descr="Shape, rectangle&#10;&#10;Description automatically generated">
              <a:extLst>
                <a:ext uri="{FF2B5EF4-FFF2-40B4-BE49-F238E27FC236}">
                  <a16:creationId xmlns:a16="http://schemas.microsoft.com/office/drawing/2014/main" id="{7824AA91-9659-663D-ABEB-B38AC6E86B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328321" y="6100719"/>
              <a:ext cx="3863680" cy="757281"/>
            </a:xfrm>
            <a:prstGeom prst="rect">
              <a:avLst/>
            </a:prstGeom>
          </p:spPr>
        </p:pic>
        <p:pic>
          <p:nvPicPr>
            <p:cNvPr id="19" name="Picture 18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B3CC81AC-462A-7A38-13C7-C1EBAC3A87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515601" y="6276117"/>
              <a:ext cx="1472410" cy="529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521675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  <p15:guide id="2" orient="horz" pos="1032">
          <p15:clr>
            <a:srgbClr val="FBAE40"/>
          </p15:clr>
        </p15:guide>
        <p15:guide id="3" orient="horz" pos="37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6311B5-6E16-E06E-AD01-0A51CF7B4F5C}"/>
              </a:ext>
            </a:extLst>
          </p:cNvPr>
          <p:cNvGrpSpPr/>
          <p:nvPr userDrawn="1"/>
        </p:nvGrpSpPr>
        <p:grpSpPr>
          <a:xfrm>
            <a:off x="8328321" y="6100719"/>
            <a:ext cx="3863680" cy="757281"/>
            <a:chOff x="8328321" y="6100719"/>
            <a:chExt cx="3863680" cy="757281"/>
          </a:xfrm>
        </p:grpSpPr>
        <p:pic>
          <p:nvPicPr>
            <p:cNvPr id="17" name="Picture 16" descr="Shape, rectangle&#10;&#10;Description automatically generated">
              <a:extLst>
                <a:ext uri="{FF2B5EF4-FFF2-40B4-BE49-F238E27FC236}">
                  <a16:creationId xmlns:a16="http://schemas.microsoft.com/office/drawing/2014/main" id="{61AA727F-C2B1-C348-FF6D-F3840ECF19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328321" y="6100719"/>
              <a:ext cx="3863680" cy="757281"/>
            </a:xfrm>
            <a:prstGeom prst="rect">
              <a:avLst/>
            </a:prstGeom>
          </p:spPr>
        </p:pic>
        <p:pic>
          <p:nvPicPr>
            <p:cNvPr id="18" name="Picture 17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DAC23FD6-653C-A710-E938-055C80E577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515601" y="6276117"/>
              <a:ext cx="1472410" cy="529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834737"/>
      </p:ext>
    </p:extLst>
  </p:cSld>
  <p:clrMapOvr>
    <a:masterClrMapping/>
  </p:clrMapOvr>
  <p:transition spd="slow">
    <p:fade/>
  </p:transition>
  <p:hf hdr="0" dt="0"/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) Cover Slide">
    <p:bg>
      <p:bgPr>
        <a:solidFill>
          <a:srgbClr val="00A9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1321F-CD9A-33E5-2D39-4340565D0C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45061" y="2261938"/>
            <a:ext cx="5101877" cy="183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97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 IV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7AA97ACD-D7FD-A423-4A03-57DD9B8BC0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46A3B2-A62C-47F3-BC15-DF245B64AF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12" y="1123559"/>
            <a:ext cx="5261928" cy="7836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258E0AF-EB4B-63DA-67A4-CC2DC5B9F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3835407"/>
            <a:ext cx="6255025" cy="774519"/>
          </a:xfrm>
        </p:spPr>
        <p:txBody>
          <a:bodyPr lIns="0" bIns="0" anchor="b" anchorCtr="0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2400" b="1" cap="all" baseline="0">
                <a:solidFill>
                  <a:srgbClr val="505E6C"/>
                </a:solidFill>
                <a:effectLst/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D32CF4F-7915-C6FC-3418-3933C4F4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618018"/>
            <a:ext cx="6255025" cy="1132416"/>
          </a:xfrm>
        </p:spPr>
        <p:txBody>
          <a:bodyPr lIns="0" tIns="73152">
            <a:norm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defRPr sz="1600" b="1" cap="all" baseline="0">
                <a:solidFill>
                  <a:schemeClr val="tx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06567235"/>
      </p:ext>
    </p:extLst>
  </p:cSld>
  <p:clrMapOvr>
    <a:masterClrMapping/>
  </p:clrMapOvr>
  <p:transition spd="slow">
    <p:fade/>
  </p:transition>
  <p:hf sldNum="0" hdr="0" ftr="0" dt="0"/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orient="horz" pos="2904">
          <p15:clr>
            <a:srgbClr val="FBAE40"/>
          </p15:clr>
        </p15:guide>
        <p15:guide id="3" pos="52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 IV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40B6A698-529B-D36C-F2BD-80E8CED597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710"/>
          <a:stretch/>
        </p:blipFill>
        <p:spPr>
          <a:xfrm>
            <a:off x="0" y="6852"/>
            <a:ext cx="12192000" cy="61235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977788"/>
            <a:ext cx="10972800" cy="2717912"/>
          </a:xfrm>
        </p:spPr>
        <p:txBody>
          <a:bodyPr bIns="0" anchor="ctr" anchorCtr="0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3200" b="1" kern="1200" cap="none" baseline="0" dirty="0">
                <a:solidFill>
                  <a:schemeClr val="bg1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6AC622CF-8097-2049-98CF-B77CFA1CF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wrap="none" lIns="45720" tIns="45720" rIns="45720" bIns="45720" rtlCol="0" anchor="ctr"/>
          <a:lstStyle>
            <a:lvl1pPr algn="r">
              <a:defRPr lang="en-US" smtClean="0"/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light, front, traffic, sitting&#10;&#10;Description automatically generated">
            <a:extLst>
              <a:ext uri="{FF2B5EF4-FFF2-40B4-BE49-F238E27FC236}">
                <a16:creationId xmlns:a16="http://schemas.microsoft.com/office/drawing/2014/main" id="{24E0BC0E-6646-4E4C-8E65-5942ADDAB2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332" y="6091328"/>
            <a:ext cx="2803068" cy="46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483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48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IV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able&#10;&#10;Description automatically generated">
            <a:extLst>
              <a:ext uri="{FF2B5EF4-FFF2-40B4-BE49-F238E27FC236}">
                <a16:creationId xmlns:a16="http://schemas.microsoft.com/office/drawing/2014/main" id="{F95937B4-F047-43DA-B47F-97F79F265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28320" y="6135624"/>
            <a:ext cx="3863680" cy="722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6633" y="1638300"/>
            <a:ext cx="10965767" cy="4267200"/>
          </a:xfrm>
        </p:spPr>
        <p:txBody>
          <a:bodyPr>
            <a:normAutofit/>
          </a:bodyPr>
          <a:lstStyle>
            <a:lvl1pPr>
              <a:defRPr sz="2400">
                <a:latin typeface="+mn-lt"/>
                <a:cs typeface="Arial"/>
              </a:defRPr>
            </a:lvl1pPr>
            <a:lvl2pPr>
              <a:defRPr sz="2000">
                <a:latin typeface="+mn-lt"/>
                <a:cs typeface="Arial"/>
              </a:defRPr>
            </a:lvl2pPr>
            <a:lvl3pPr>
              <a:defRPr sz="1800">
                <a:latin typeface="+mn-lt"/>
                <a:cs typeface="Arial"/>
              </a:defRPr>
            </a:lvl3pPr>
            <a:lvl4pPr>
              <a:defRPr sz="1600">
                <a:latin typeface="+mn-lt"/>
                <a:cs typeface="Arial"/>
              </a:defRPr>
            </a:lvl4pPr>
            <a:lvl5pPr>
              <a:defRPr sz="1600">
                <a:latin typeface="+mn-lt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</p:spTree>
    <p:extLst>
      <p:ext uri="{BB962C8B-B14F-4D97-AF65-F5344CB8AC3E}">
        <p14:creationId xmlns:p14="http://schemas.microsoft.com/office/powerpoint/2010/main" val="160191030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IV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  <p:pic>
        <p:nvPicPr>
          <p:cNvPr id="14" name="Picture 13" descr="A picture containing table&#10;&#10;Description automatically generated">
            <a:extLst>
              <a:ext uri="{FF2B5EF4-FFF2-40B4-BE49-F238E27FC236}">
                <a16:creationId xmlns:a16="http://schemas.microsoft.com/office/drawing/2014/main" id="{93535E42-FC12-4905-B544-FCA71ED8A4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28320" y="6135624"/>
            <a:ext cx="3863680" cy="7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4125"/>
      </p:ext>
    </p:extLst>
  </p:cSld>
  <p:clrMapOvr>
    <a:masterClrMapping/>
  </p:clrMapOvr>
  <p:transition spd="slow">
    <p:fade/>
  </p:transition>
  <p:hf hdr="0" dt="0"/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) Cover Slide IVL">
    <p:bg>
      <p:bgPr>
        <a:solidFill>
          <a:srgbClr val="00A9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32C1BD8-C362-93F1-521C-34475B72BB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309" y="2709387"/>
            <a:ext cx="5653549" cy="8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9258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2F60182-7402-4A48-8923-87B1A5EF6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9307" y="6135624"/>
            <a:ext cx="3702693" cy="722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6633" y="1638300"/>
            <a:ext cx="10965767" cy="4267200"/>
          </a:xfrm>
        </p:spPr>
        <p:txBody>
          <a:bodyPr>
            <a:normAutofit/>
          </a:bodyPr>
          <a:lstStyle>
            <a:lvl1pPr>
              <a:defRPr sz="2400">
                <a:latin typeface="+mn-lt"/>
                <a:cs typeface="Arial"/>
              </a:defRPr>
            </a:lvl1pPr>
            <a:lvl2pPr>
              <a:defRPr sz="2000">
                <a:latin typeface="+mn-lt"/>
                <a:cs typeface="Arial"/>
              </a:defRPr>
            </a:lvl2pPr>
            <a:lvl3pPr>
              <a:defRPr sz="1800">
                <a:latin typeface="+mn-lt"/>
                <a:cs typeface="Arial"/>
              </a:defRPr>
            </a:lvl3pPr>
            <a:lvl4pPr>
              <a:defRPr sz="1600">
                <a:latin typeface="+mn-lt"/>
                <a:cs typeface="Arial"/>
              </a:defRPr>
            </a:lvl4pPr>
            <a:lvl5pPr>
              <a:defRPr sz="1600">
                <a:latin typeface="+mn-lt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</p:spTree>
    <p:extLst>
      <p:ext uri="{BB962C8B-B14F-4D97-AF65-F5344CB8AC3E}">
        <p14:creationId xmlns:p14="http://schemas.microsoft.com/office/powerpoint/2010/main" val="91696249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2F60182-7402-4A48-8923-87B1A5EF6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9307" y="6135624"/>
            <a:ext cx="3702693" cy="722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</p:spTree>
    <p:extLst>
      <p:ext uri="{BB962C8B-B14F-4D97-AF65-F5344CB8AC3E}">
        <p14:creationId xmlns:p14="http://schemas.microsoft.com/office/powerpoint/2010/main" val="252877982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6633" y="1638300"/>
            <a:ext cx="10965767" cy="4267200"/>
          </a:xfrm>
        </p:spPr>
        <p:txBody>
          <a:bodyPr>
            <a:normAutofit/>
          </a:bodyPr>
          <a:lstStyle>
            <a:lvl1pPr>
              <a:defRPr sz="2400">
                <a:latin typeface="+mn-lt"/>
                <a:cs typeface="Arial"/>
              </a:defRPr>
            </a:lvl1pPr>
            <a:lvl2pPr>
              <a:defRPr sz="2000">
                <a:latin typeface="+mn-lt"/>
                <a:cs typeface="Arial"/>
              </a:defRPr>
            </a:lvl2pPr>
            <a:lvl3pPr>
              <a:defRPr sz="1800">
                <a:latin typeface="+mn-lt"/>
                <a:cs typeface="Arial"/>
              </a:defRPr>
            </a:lvl3pPr>
            <a:lvl4pPr>
              <a:defRPr sz="1600">
                <a:latin typeface="+mn-lt"/>
                <a:cs typeface="Arial"/>
              </a:defRPr>
            </a:lvl4pPr>
            <a:lvl5pPr>
              <a:defRPr sz="1600">
                <a:latin typeface="+mn-lt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9CB6A3E3-B615-6745-A9E3-D81520EDDC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6300" y="6134100"/>
            <a:ext cx="36957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234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C6D8D84E-FEB4-9E42-A7F4-AD7D74B9C6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6300" y="6134100"/>
            <a:ext cx="36957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5774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249E284-854D-484B-BAD9-15345FB545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9307" y="6135624"/>
            <a:ext cx="3702693" cy="722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6633" y="1638300"/>
            <a:ext cx="10965767" cy="4267200"/>
          </a:xfrm>
        </p:spPr>
        <p:txBody>
          <a:bodyPr>
            <a:normAutofit/>
          </a:bodyPr>
          <a:lstStyle>
            <a:lvl1pPr>
              <a:defRPr sz="2400">
                <a:latin typeface="+mn-lt"/>
                <a:cs typeface="Arial"/>
              </a:defRPr>
            </a:lvl1pPr>
            <a:lvl2pPr>
              <a:defRPr sz="2000">
                <a:latin typeface="+mn-lt"/>
                <a:cs typeface="Arial"/>
              </a:defRPr>
            </a:lvl2pPr>
            <a:lvl3pPr>
              <a:defRPr sz="1800">
                <a:latin typeface="+mn-lt"/>
                <a:cs typeface="Arial"/>
              </a:defRPr>
            </a:lvl3pPr>
            <a:lvl4pPr>
              <a:defRPr sz="1600">
                <a:latin typeface="+mn-lt"/>
                <a:cs typeface="Arial"/>
              </a:defRPr>
            </a:lvl4pPr>
            <a:lvl5pPr>
              <a:defRPr sz="1600">
                <a:latin typeface="+mn-lt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</p:spTree>
    <p:extLst>
      <p:ext uri="{BB962C8B-B14F-4D97-AF65-F5344CB8AC3E}">
        <p14:creationId xmlns:p14="http://schemas.microsoft.com/office/powerpoint/2010/main" val="404585181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249E284-854D-484B-BAD9-15345FB545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9307" y="6135624"/>
            <a:ext cx="3702693" cy="722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chemeClr val="tx2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B8FF69B-14EA-BF40-81EE-61665CFAD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F77E552-B90F-8840-AFF2-7D295ED67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33" y="6348259"/>
            <a:ext cx="791776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86F51-67EC-2E43-9833-87840B2B8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</p:spTree>
    <p:extLst>
      <p:ext uri="{BB962C8B-B14F-4D97-AF65-F5344CB8AC3E}">
        <p14:creationId xmlns:p14="http://schemas.microsoft.com/office/powerpoint/2010/main" val="2849778288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6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0_Title Slide 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DFE8B1A6-F80C-D84B-A509-093B3B99B4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35407"/>
            <a:ext cx="6255025" cy="774519"/>
          </a:xfrm>
        </p:spPr>
        <p:txBody>
          <a:bodyPr lIns="0" bIns="0" anchor="b" anchorCtr="0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2400" b="1" cap="all" baseline="0">
                <a:solidFill>
                  <a:srgbClr val="505E6C"/>
                </a:solidFill>
                <a:effectLst/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4618018"/>
            <a:ext cx="6255025" cy="1132416"/>
          </a:xfrm>
        </p:spPr>
        <p:txBody>
          <a:bodyPr lIns="0" tIns="73152">
            <a:norm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defRPr sz="1600" b="1" cap="all" baseline="0">
                <a:solidFill>
                  <a:schemeClr val="tx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9CAB0-ED15-CB49-AD11-4C74173327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1" y="1128514"/>
            <a:ext cx="4902289" cy="78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48623"/>
      </p:ext>
    </p:extLst>
  </p:cSld>
  <p:clrMapOvr>
    <a:masterClrMapping/>
  </p:clrMapOvr>
  <p:transition spd="slow">
    <p:fade/>
  </p:transition>
  <p:hf sldNum="0" hdr="0" ftr="0" dt="0"/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orient="horz" pos="2904">
          <p15:clr>
            <a:srgbClr val="FBAE40"/>
          </p15:clr>
        </p15:guide>
        <p15:guide id="3" pos="52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1_Title Slide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6BE52A41-6B21-924A-92CE-E0F1F058C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17F465-C9F5-3340-8814-716E794D1A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1" y="1128516"/>
            <a:ext cx="4879974" cy="792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35407"/>
            <a:ext cx="6241773" cy="774519"/>
          </a:xfrm>
        </p:spPr>
        <p:txBody>
          <a:bodyPr lIns="0" bIns="0" anchor="b" anchorCtr="0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2400" b="1" cap="all" baseline="0">
                <a:solidFill>
                  <a:srgbClr val="505E6C"/>
                </a:solidFill>
                <a:effectLst/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4618018"/>
            <a:ext cx="6241773" cy="1132416"/>
          </a:xfrm>
        </p:spPr>
        <p:txBody>
          <a:bodyPr lIns="0" tIns="73152">
            <a:norm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defRPr sz="1600" b="1" cap="all" baseline="0">
                <a:solidFill>
                  <a:schemeClr val="tx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2684129"/>
      </p:ext>
    </p:extLst>
  </p:cSld>
  <p:clrMapOvr>
    <a:masterClrMapping/>
  </p:clrMapOvr>
  <p:transition spd="slow">
    <p:fade/>
  </p:transition>
  <p:hf sldNum="0" hdr="0" ftr="0" dt="0"/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orient="horz" pos="2904">
          <p15:clr>
            <a:srgbClr val="FBAE40"/>
          </p15:clr>
        </p15:guide>
        <p15:guide id="3" pos="52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M5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ndoor, electronics&#10;&#10;Description automatically generated">
            <a:extLst>
              <a:ext uri="{FF2B5EF4-FFF2-40B4-BE49-F238E27FC236}">
                <a16:creationId xmlns:a16="http://schemas.microsoft.com/office/drawing/2014/main" id="{C25A0244-0AA1-BA77-4DE6-84F045F94E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3411"/>
          <a:stretch/>
        </p:blipFill>
        <p:spPr>
          <a:xfrm>
            <a:off x="6705601" y="528965"/>
            <a:ext cx="5486399" cy="5680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1983CA-778F-0A4D-BE9A-ECC83F0445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11" y="760483"/>
            <a:ext cx="5190111" cy="783692"/>
          </a:xfrm>
          <a:prstGeom prst="rect">
            <a:avLst/>
          </a:prstGeom>
        </p:spPr>
      </p:pic>
      <p:sp>
        <p:nvSpPr>
          <p:cNvPr id="6" name="Title 56">
            <a:extLst>
              <a:ext uri="{FF2B5EF4-FFF2-40B4-BE49-F238E27FC236}">
                <a16:creationId xmlns:a16="http://schemas.microsoft.com/office/drawing/2014/main" id="{96637BF4-B940-FD45-8DA4-C57C0BEE86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1096" y="1856883"/>
            <a:ext cx="6568444" cy="492595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505E6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5">
            <a:extLst>
              <a:ext uri="{FF2B5EF4-FFF2-40B4-BE49-F238E27FC236}">
                <a16:creationId xmlns:a16="http://schemas.microsoft.com/office/drawing/2014/main" id="{290D2A45-0DDD-EE4C-BBA0-8C22544FA2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097" y="2417763"/>
            <a:ext cx="5604442" cy="51337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rgbClr val="00A9E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CLICK TO EDIT MASTER SUBTITLE STYLE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A9E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0" name="Picture 39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190DC733-F078-BE4C-B40E-31B7DEBF69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3648243"/>
            <a:ext cx="12192000" cy="320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54946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M5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1AB22F45-D0BD-304F-ABD9-9D1EE75C6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00" y="3644900"/>
            <a:ext cx="4572000" cy="32131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E8063-9017-C043-BE23-4BD984CF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DOCUMENT TITLE HERE (Go to INSERT in Menu Bar, Header &amp; Footer, Edit Footer Box)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EFBD5-9C66-3B4D-BC1B-75BED058D2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A0A7B9-E231-E44B-B460-B90C240AD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rgbClr val="00A9E8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621A3D1-81E9-2B4C-BE0B-1B1018112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505E6C"/>
                </a:solidFill>
              </a:defRPr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 descr="A picture containing drawing&#10;&#10;Description automatically generated">
            <a:extLst>
              <a:ext uri="{FF2B5EF4-FFF2-40B4-BE49-F238E27FC236}">
                <a16:creationId xmlns:a16="http://schemas.microsoft.com/office/drawing/2014/main" id="{E8108296-08BA-6842-8635-FD985C40FE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89307" y="6135624"/>
            <a:ext cx="3702693" cy="7223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DAE7AB-B645-8B4A-A9AA-7210243A184D}"/>
              </a:ext>
            </a:extLst>
          </p:cNvPr>
          <p:cNvSpPr/>
          <p:nvPr userDrawn="1"/>
        </p:nvSpPr>
        <p:spPr>
          <a:xfrm>
            <a:off x="10267950" y="6426879"/>
            <a:ext cx="1689100" cy="300263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0CB802-E494-C641-ADBC-BDCDDBD7F5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3350" y="6454786"/>
            <a:ext cx="1644650" cy="2483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D16832-0204-CD41-AAEB-A627032B81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11534938" y="3610642"/>
            <a:ext cx="164797" cy="160612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5E5406F-2D84-B242-A745-1EF9C0918D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633" y="1638300"/>
            <a:ext cx="10965766" cy="4267200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505E6C"/>
                </a:solidFill>
                <a:latin typeface="+mn-lt"/>
                <a:cs typeface="Arial"/>
              </a:defRPr>
            </a:lvl1pPr>
            <a:lvl2pPr marL="685800" indent="-228600">
              <a:buFont typeface="System Font Regular"/>
              <a:buChar char="–"/>
              <a:defRPr sz="2000" b="0">
                <a:solidFill>
                  <a:srgbClr val="505E6C"/>
                </a:solidFill>
                <a:latin typeface="+mn-lt"/>
                <a:cs typeface="Arial"/>
              </a:defRPr>
            </a:lvl2pPr>
            <a:lvl3pPr>
              <a:buClr>
                <a:srgbClr val="00A9E8"/>
              </a:buClr>
              <a:defRPr sz="1800" b="0">
                <a:solidFill>
                  <a:srgbClr val="505E6C"/>
                </a:solidFill>
                <a:latin typeface="+mn-lt"/>
                <a:cs typeface="Arial"/>
              </a:defRPr>
            </a:lvl3pPr>
            <a:lvl4pPr marL="1600200" indent="-228600">
              <a:buFont typeface="System Font Regular"/>
              <a:buChar char="–"/>
              <a:defRPr sz="1600" b="0">
                <a:solidFill>
                  <a:srgbClr val="505E6C"/>
                </a:solidFill>
                <a:latin typeface="+mn-lt"/>
                <a:cs typeface="Arial"/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 b="0">
                <a:solidFill>
                  <a:srgbClr val="505E6C"/>
                </a:solidFill>
                <a:latin typeface="+mn-lt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EF6D2432-7BB1-0841-B47F-7AED77A7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FBD677-D62A-5848-99AB-EEA77A4FBCA8}"/>
              </a:ext>
            </a:extLst>
          </p:cNvPr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17807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ection M5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D0F98FE1-19AC-F04F-8868-73D777C206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836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D16832-0204-CD41-AAEB-A627032B8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1534938" y="3610642"/>
            <a:ext cx="164797" cy="160612"/>
          </a:xfrm>
          <a:prstGeom prst="rect">
            <a:avLst/>
          </a:prstGeom>
        </p:spPr>
      </p:pic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EF6D2432-7BB1-0841-B47F-7AED77A7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4F27D78-25BD-E84D-B235-414910EB0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77788"/>
            <a:ext cx="10972800" cy="2717912"/>
          </a:xfrm>
        </p:spPr>
        <p:txBody>
          <a:bodyPr bIns="0" anchor="ctr" anchorCtr="0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3200" b="1" kern="1200" cap="none" baseline="0" dirty="0">
                <a:solidFill>
                  <a:schemeClr val="bg1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521201-1B1C-4244-B3FC-CE1E92B177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79331" y="6137432"/>
            <a:ext cx="2782259" cy="42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20043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C2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ndoor, electronics&#10;&#10;Description automatically generated">
            <a:extLst>
              <a:ext uri="{FF2B5EF4-FFF2-40B4-BE49-F238E27FC236}">
                <a16:creationId xmlns:a16="http://schemas.microsoft.com/office/drawing/2014/main" id="{6FC308E3-3EBB-C842-BC94-1F40D47A64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3416"/>
          <a:stretch/>
        </p:blipFill>
        <p:spPr>
          <a:xfrm>
            <a:off x="6704894" y="524933"/>
            <a:ext cx="5487106" cy="5681136"/>
          </a:xfrm>
          <a:prstGeom prst="rect">
            <a:avLst/>
          </a:prstGeom>
        </p:spPr>
      </p:pic>
      <p:sp>
        <p:nvSpPr>
          <p:cNvPr id="6" name="Title 56">
            <a:extLst>
              <a:ext uri="{FF2B5EF4-FFF2-40B4-BE49-F238E27FC236}">
                <a16:creationId xmlns:a16="http://schemas.microsoft.com/office/drawing/2014/main" id="{96637BF4-B940-FD45-8DA4-C57C0BEE86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1096" y="1856883"/>
            <a:ext cx="6568444" cy="492595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505E6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5">
            <a:extLst>
              <a:ext uri="{FF2B5EF4-FFF2-40B4-BE49-F238E27FC236}">
                <a16:creationId xmlns:a16="http://schemas.microsoft.com/office/drawing/2014/main" id="{290D2A45-0DDD-EE4C-BBA0-8C22544FA2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097" y="2417763"/>
            <a:ext cx="5604442" cy="51337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rgbClr val="00A9E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CLICK TO EDIT MASTER SUBTITLE STYLE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A9E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0" name="Picture 39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190DC733-F078-BE4C-B40E-31B7DEBF69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648243"/>
            <a:ext cx="12192000" cy="3209757"/>
          </a:xfrm>
          <a:prstGeom prst="rect">
            <a:avLst/>
          </a:prstGeom>
        </p:spPr>
      </p:pic>
      <p:pic>
        <p:nvPicPr>
          <p:cNvPr id="10" name="Picture 9" descr="Logo&#10;&#10;Description automatically generated with medium confidence">
            <a:extLst>
              <a:ext uri="{FF2B5EF4-FFF2-40B4-BE49-F238E27FC236}">
                <a16:creationId xmlns:a16="http://schemas.microsoft.com/office/drawing/2014/main" id="{A7439A78-5D34-494F-801E-5936F5600A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6681" y="761039"/>
            <a:ext cx="5073517" cy="78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91124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2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1AB22F45-D0BD-304F-ABD9-9D1EE75C6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00" y="3644900"/>
            <a:ext cx="4572000" cy="32131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E8063-9017-C043-BE23-4BD984CF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DOCUMENT TITLE HERE (Go to INSERT in Menu Bar, Header &amp; Footer, Edit Footer Box)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EFBD5-9C66-3B4D-BC1B-75BED058D2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138936"/>
            <a:ext cx="9105901" cy="203133"/>
          </a:xfrm>
        </p:spPr>
        <p:txBody>
          <a:bodyPr vert="horz" wrap="square" lIns="91440" tIns="45720" rIns="91440" bIns="18288" rtlCol="0" anchor="b" anchorCtr="0">
            <a:sp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marL="219451" marR="0" lvl="0" indent="-219451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Reference.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A0A7B9-E231-E44B-B460-B90C240AD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632" y="196715"/>
            <a:ext cx="10965767" cy="844685"/>
          </a:xfrm>
        </p:spPr>
        <p:txBody>
          <a:bodyPr bIns="0" anchor="b" anchorCtr="0">
            <a:normAutofit/>
          </a:bodyPr>
          <a:lstStyle>
            <a:lvl1pPr algn="l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baseline="0" dirty="0">
                <a:solidFill>
                  <a:srgbClr val="00A9E8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621A3D1-81E9-2B4C-BE0B-1B1018112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632" y="1041716"/>
            <a:ext cx="10965767" cy="588433"/>
          </a:xfrm>
        </p:spPr>
        <p:txBody>
          <a:bodyPr bIns="0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505E6C"/>
                </a:solidFill>
              </a:defRPr>
            </a:lvl1pPr>
            <a:lvl2pPr marL="292601" indent="0">
              <a:buNone/>
              <a:defRPr/>
            </a:lvl2pPr>
            <a:lvl3pPr marL="609585" indent="0">
              <a:buNone/>
              <a:defRPr/>
            </a:lvl3pPr>
            <a:lvl4pPr marL="975336" indent="0">
              <a:buNone/>
              <a:defRPr/>
            </a:lvl4pPr>
            <a:lvl5pPr marL="134108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DAE7AB-B645-8B4A-A9AA-7210243A184D}"/>
              </a:ext>
            </a:extLst>
          </p:cNvPr>
          <p:cNvSpPr/>
          <p:nvPr userDrawn="1"/>
        </p:nvSpPr>
        <p:spPr>
          <a:xfrm>
            <a:off x="10267950" y="6426879"/>
            <a:ext cx="1689100" cy="300263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0CB802-E494-C641-ADBC-BDCDDBD7F5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3350" y="6454786"/>
            <a:ext cx="1644650" cy="2483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D16832-0204-CD41-AAEB-A627032B81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11534938" y="3610642"/>
            <a:ext cx="164797" cy="160612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5E5406F-2D84-B242-A745-1EF9C0918D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633" y="1638300"/>
            <a:ext cx="10965766" cy="4267200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505E6C"/>
                </a:solidFill>
                <a:latin typeface="+mn-lt"/>
                <a:cs typeface="Arial"/>
              </a:defRPr>
            </a:lvl1pPr>
            <a:lvl2pPr marL="685800" indent="-228600">
              <a:buFont typeface="System Font Regular"/>
              <a:buChar char="–"/>
              <a:defRPr sz="2000" b="0">
                <a:solidFill>
                  <a:srgbClr val="505E6C"/>
                </a:solidFill>
                <a:latin typeface="+mn-lt"/>
                <a:cs typeface="Arial"/>
              </a:defRPr>
            </a:lvl2pPr>
            <a:lvl3pPr>
              <a:buClr>
                <a:srgbClr val="00A9E8"/>
              </a:buClr>
              <a:defRPr sz="1800" b="0">
                <a:solidFill>
                  <a:srgbClr val="505E6C"/>
                </a:solidFill>
                <a:latin typeface="+mn-lt"/>
                <a:cs typeface="Arial"/>
              </a:defRPr>
            </a:lvl3pPr>
            <a:lvl4pPr marL="1600200" indent="-228600">
              <a:buFont typeface="System Font Regular"/>
              <a:buChar char="–"/>
              <a:defRPr sz="1600" b="0">
                <a:solidFill>
                  <a:srgbClr val="505E6C"/>
                </a:solidFill>
                <a:latin typeface="+mn-lt"/>
                <a:cs typeface="Arial"/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 b="0">
                <a:solidFill>
                  <a:srgbClr val="505E6C"/>
                </a:solidFill>
                <a:latin typeface="+mn-lt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EF6D2432-7BB1-0841-B47F-7AED77A7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FBD677-D62A-5848-99AB-EEA77A4FBCA8}"/>
              </a:ext>
            </a:extLst>
          </p:cNvPr>
          <p:cNvCxnSpPr/>
          <p:nvPr userDrawn="1"/>
        </p:nvCxnSpPr>
        <p:spPr>
          <a:xfrm>
            <a:off x="614749" y="6481234"/>
            <a:ext cx="0" cy="93133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DC13089F-97F7-6B4F-9D94-049157A1CE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01380" y="6135624"/>
            <a:ext cx="36957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32169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ection C2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D0F98FE1-19AC-F04F-8868-73D777C206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836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D16832-0204-CD41-AAEB-A627032B8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1534938" y="3610642"/>
            <a:ext cx="164797" cy="160612"/>
          </a:xfrm>
          <a:prstGeom prst="rect">
            <a:avLst/>
          </a:prstGeom>
        </p:spPr>
      </p:pic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EF6D2432-7BB1-0841-B47F-7AED77A7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lang="en-US" baseline="0" smtClean="0">
                <a:solidFill>
                  <a:schemeClr val="tx2"/>
                </a:solidFill>
              </a:defRPr>
            </a:lvl1pPr>
          </a:lstStyle>
          <a:p>
            <a:fld id="{1C491B57-CA2B-314C-8D3E-077C95027C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4F27D78-25BD-E84D-B235-414910EB0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77788"/>
            <a:ext cx="10972800" cy="2717912"/>
          </a:xfrm>
        </p:spPr>
        <p:txBody>
          <a:bodyPr bIns="0" anchor="ctr" anchorCtr="0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3200" b="1" kern="1200" cap="none" baseline="0" dirty="0">
                <a:solidFill>
                  <a:schemeClr val="bg1"/>
                </a:solidFill>
                <a:effectLst/>
                <a:latin typeface="Arial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Logo&#10;&#10;Description automatically generated with medium confidence">
            <a:extLst>
              <a:ext uri="{FF2B5EF4-FFF2-40B4-BE49-F238E27FC236}">
                <a16:creationId xmlns:a16="http://schemas.microsoft.com/office/drawing/2014/main" id="{7BBAD5CD-02BE-484D-A8DF-874C47026B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72608" y="6137431"/>
            <a:ext cx="2719760" cy="42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03984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4633-F690-A15E-AD38-66759759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29FE-3354-FF8C-64C5-DCA6B02EC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A29E2-E069-3ECD-C3E3-FD5AD06E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1923-6FFD-7612-AD6C-9FBE6C95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- Operations Strategy BOD December 2023 VFinal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9DBCB-F575-373F-CE5A-ECB3EEFF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D6432-D1E4-418C-9DB8-A849191BC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319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background&#10;&#10;Description automatically generated">
            <a:extLst>
              <a:ext uri="{FF2B5EF4-FFF2-40B4-BE49-F238E27FC236}">
                <a16:creationId xmlns:a16="http://schemas.microsoft.com/office/drawing/2014/main" id="{43A73B43-91CD-5866-67B9-EF6094EDA6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06B0442-96A5-D278-97EA-31A253E30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0823" y="1057523"/>
            <a:ext cx="9190001" cy="1534416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3600" b="1" cap="all" baseline="0">
                <a:solidFill>
                  <a:schemeClr val="bg1"/>
                </a:solidFill>
                <a:effectLst/>
                <a:latin typeface="Arial"/>
              </a:defRPr>
            </a:lvl1pPr>
          </a:lstStyle>
          <a:p>
            <a:r>
              <a:rPr lang="en-US" dirty="0"/>
              <a:t>Headline TEXT GOES HERE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F76BA5D-79CB-881B-0AA3-4FECBF3E1E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0823" y="2600030"/>
            <a:ext cx="9190001" cy="1613929"/>
          </a:xfrm>
          <a:prstGeom prst="rect">
            <a:avLst/>
          </a:prstGeom>
        </p:spPr>
        <p:txBody>
          <a:bodyPr lIns="0" tIns="73152">
            <a:norm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all" baseline="0">
                <a:solidFill>
                  <a:srgbClr val="00D2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919223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lines&#10;&#10;Description automatically generated">
            <a:extLst>
              <a:ext uri="{FF2B5EF4-FFF2-40B4-BE49-F238E27FC236}">
                <a16:creationId xmlns:a16="http://schemas.microsoft.com/office/drawing/2014/main" id="{58FCC0AE-6B90-0235-3220-F104AE2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9830B19-EB6F-3237-B537-DF3F625619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4107" y="1555572"/>
            <a:ext cx="11109094" cy="4120312"/>
          </a:xfrm>
          <a:prstGeom prst="rect">
            <a:avLst/>
          </a:prstGeom>
        </p:spPr>
        <p:txBody>
          <a:bodyPr lIns="72000" tIns="0" rIns="72000" bIns="0">
            <a:normAutofit/>
          </a:bodyPr>
          <a:lstStyle>
            <a:lvl1pPr>
              <a:lnSpc>
                <a:spcPct val="100000"/>
              </a:lnSpc>
              <a:buClr>
                <a:schemeClr val="tx2"/>
              </a:buClr>
              <a:defRPr sz="2000" spc="-30" baseline="0"/>
            </a:lvl1pPr>
            <a:lvl2pPr marL="613800" indent="-336600">
              <a:lnSpc>
                <a:spcPct val="100000"/>
              </a:lnSpc>
              <a:buFont typeface="System Font Regular"/>
              <a:buChar char="—"/>
              <a:defRPr sz="1800" spc="-30" baseline="0"/>
            </a:lvl2pPr>
            <a:lvl3pPr marL="891000">
              <a:lnSpc>
                <a:spcPct val="100000"/>
              </a:lnSpc>
              <a:buClr>
                <a:schemeClr val="tx1"/>
              </a:buClr>
              <a:defRPr sz="1600" spc="-30" baseline="0"/>
            </a:lvl3pPr>
            <a:lvl4pPr marL="1348200" indent="-228600">
              <a:lnSpc>
                <a:spcPct val="100000"/>
              </a:lnSpc>
              <a:buFont typeface="System Font Regular"/>
              <a:buChar char="—"/>
              <a:defRPr sz="1400" spc="-30" baseline="0"/>
            </a:lvl4pPr>
            <a:lvl5pPr marL="1697400" indent="-156600">
              <a:lnSpc>
                <a:spcPct val="100000"/>
              </a:lnSpc>
              <a:buFont typeface="System Font Regular"/>
              <a:buChar char="»"/>
              <a:defRPr sz="1400" spc="-3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T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827100E-A604-9711-EFB6-587D20579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833" y="973469"/>
            <a:ext cx="11109094" cy="528072"/>
          </a:xfrm>
          <a:prstGeom prst="rect">
            <a:avLst/>
          </a:prstGeom>
        </p:spPr>
        <p:txBody>
          <a:bodyPr lIns="72000" tIns="0" rIns="72000" bIns="0"/>
          <a:lstStyle>
            <a:lvl1pPr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  <a:defRPr sz="1850" b="1" cap="none" spc="-20" baseline="0"/>
            </a:lvl1pPr>
          </a:lstStyle>
          <a:p>
            <a:pPr lvl="0"/>
            <a:r>
              <a:rPr lang="en-PT"/>
              <a:t>Click to edit subtitle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89D5FC8-1A8B-D9BF-1716-9D9D10375F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876" y="5675884"/>
            <a:ext cx="11109325" cy="344221"/>
          </a:xfrm>
          <a:prstGeom prst="rect">
            <a:avLst/>
          </a:prstGeom>
        </p:spPr>
        <p:txBody>
          <a:bodyPr lIns="72000" bIns="0" anchor="b" anchorCtr="0"/>
          <a:lstStyle>
            <a:lvl1pPr marL="0" indent="0">
              <a:buNone/>
              <a:defRPr sz="900"/>
            </a:lvl1pPr>
          </a:lstStyle>
          <a:p>
            <a:pPr lvl="0"/>
            <a:r>
              <a:rPr lang="en-PT"/>
              <a:t>Reference.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ACB7D26-0ED2-E864-B4A0-7C45BFBFC1FB}"/>
              </a:ext>
            </a:extLst>
          </p:cNvPr>
          <p:cNvSpPr txBox="1">
            <a:spLocks/>
          </p:cNvSpPr>
          <p:nvPr/>
        </p:nvSpPr>
        <p:spPr>
          <a:xfrm>
            <a:off x="5786437" y="6185703"/>
            <a:ext cx="5842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defPPr>
              <a:defRPr lang="en-US"/>
            </a:defPPr>
            <a:lvl1pPr marL="0" algn="r" defTabSz="1219170" rtl="0" eaLnBrk="1" latinLnBrk="0" hangingPunct="1">
              <a:defRPr lang="en-US" sz="1200" kern="120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C491B57-CA2B-314C-8D3E-077C95027C1F}" type="slidenum">
              <a:rPr lang="en-PT" sz="800" smtClean="0">
                <a:solidFill>
                  <a:schemeClr val="bg1"/>
                </a:solidFill>
              </a:rPr>
              <a:pPr algn="ctr"/>
              <a:t>‹#›</a:t>
            </a:fld>
            <a:endParaRPr lang="en-PT" sz="1050">
              <a:solidFill>
                <a:schemeClr val="bg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B538D5-7100-3A33-EBDC-8B05A6A336F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83093" y="6486862"/>
            <a:ext cx="6625814" cy="223856"/>
          </a:xfrm>
        </p:spPr>
        <p:txBody>
          <a:bodyPr/>
          <a:lstStyle/>
          <a:p>
            <a:r>
              <a:rPr lang="en-US"/>
              <a:t>On-Market Review Committee, ORC Meeting</a:t>
            </a:r>
            <a:endParaRPr lang="en-P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0CD59F-1058-E68E-7D91-08AF2D939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875" y="118407"/>
            <a:ext cx="11109093" cy="801032"/>
          </a:xfrm>
          <a:prstGeom prst="rect">
            <a:avLst/>
          </a:prstGeom>
        </p:spPr>
        <p:txBody>
          <a:bodyPr lIns="36000" tIns="0" rIns="36000" bIns="0" anchor="b">
            <a:normAutofit/>
          </a:bodyPr>
          <a:lstStyle>
            <a:lvl1pPr>
              <a:lnSpc>
                <a:spcPts val="2740"/>
              </a:lnSpc>
              <a:defRPr sz="2700" cap="all" spc="-40" baseline="0"/>
            </a:lvl1pPr>
          </a:lstStyle>
          <a:p>
            <a:pPr lvl="0"/>
            <a:r>
              <a:rPr lang="en-PT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35067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94451"/>
            <a:ext cx="10972800" cy="846949"/>
          </a:xfrm>
          <a:prstGeom prst="rect">
            <a:avLst/>
          </a:prstGeom>
        </p:spPr>
        <p:txBody>
          <a:bodyPr vert="horz" lIns="91440" tIns="45720" rIns="91440" bIns="0" rtlCol="0" anchor="b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38300"/>
            <a:ext cx="109728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22725D6-FB37-A747-9DD4-EAE762D74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0070"/>
            <a:ext cx="609600" cy="366183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>
              <a:defRPr lang="en-US" sz="800" b="1" baseline="0" smtClean="0">
                <a:solidFill>
                  <a:srgbClr val="00A9E8"/>
                </a:solidFill>
              </a:defRPr>
            </a:lvl1pPr>
          </a:lstStyle>
          <a:p>
            <a:pPr algn="r"/>
            <a:fld id="{1C491B57-CA2B-314C-8D3E-077C95027C1F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35C88F-8E6E-274F-8EE6-694A683DD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7692" y="6348259"/>
            <a:ext cx="7916708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rgbClr val="4B5964"/>
                </a:solidFill>
              </a:defRPr>
            </a:lvl1pPr>
          </a:lstStyle>
          <a:p>
            <a:r>
              <a:rPr lang="en-US" dirty="0"/>
              <a:t>INSERT DOCUMENT TITLE HERE (Go to INSERT in Menu Bar, Header &amp; Footer, Edit Footer Box)</a:t>
            </a:r>
          </a:p>
        </p:txBody>
      </p:sp>
    </p:spTree>
    <p:extLst>
      <p:ext uri="{BB962C8B-B14F-4D97-AF65-F5344CB8AC3E}">
        <p14:creationId xmlns:p14="http://schemas.microsoft.com/office/powerpoint/2010/main" val="401018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ransition spd="slow">
    <p:fade/>
  </p:transition>
  <p:hf hdr="0" dt="0"/>
  <p:txStyles>
    <p:titleStyle>
      <a:lvl1pPr algn="l" defTabSz="1219170" rtl="0" eaLnBrk="1" latinLnBrk="0" hangingPunct="1">
        <a:spcBef>
          <a:spcPct val="0"/>
        </a:spcBef>
        <a:spcAft>
          <a:spcPts val="800"/>
        </a:spcAft>
        <a:buNone/>
        <a:defRPr lang="en-US" sz="2800" b="1" kern="1200" cap="none" baseline="0" dirty="0">
          <a:solidFill>
            <a:srgbClr val="00A9E8"/>
          </a:solidFill>
          <a:effectLst/>
          <a:latin typeface="Arial"/>
          <a:ea typeface="+mj-ea"/>
          <a:cs typeface="+mj-cs"/>
        </a:defRPr>
      </a:lvl1pPr>
    </p:titleStyle>
    <p:bodyStyle>
      <a:lvl1pPr marL="219451" indent="-219451" algn="l" defTabSz="121917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2400" kern="1200">
          <a:solidFill>
            <a:srgbClr val="505E6C"/>
          </a:solidFill>
          <a:latin typeface="+mn-lt"/>
          <a:ea typeface="+mn-ea"/>
          <a:cs typeface="+mn-cs"/>
        </a:defRPr>
      </a:lvl1pPr>
      <a:lvl2pPr marL="548626" indent="-256026" algn="l" defTabSz="121917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000" kern="1200">
          <a:solidFill>
            <a:srgbClr val="505E6C"/>
          </a:solidFill>
          <a:latin typeface="+mn-lt"/>
          <a:ea typeface="+mn-ea"/>
          <a:cs typeface="+mn-cs"/>
        </a:defRPr>
      </a:lvl2pPr>
      <a:lvl3pPr marL="792460" indent="-182875" algn="l" defTabSz="121917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800" kern="1200">
          <a:solidFill>
            <a:srgbClr val="505E6C"/>
          </a:solidFill>
          <a:latin typeface="+mn-lt"/>
          <a:ea typeface="+mn-ea"/>
          <a:cs typeface="+mn-cs"/>
        </a:defRPr>
      </a:lvl3pPr>
      <a:lvl4pPr marL="1158211" indent="-182875" algn="l" defTabSz="121917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1600" kern="1200">
          <a:solidFill>
            <a:srgbClr val="505E6C"/>
          </a:solidFill>
          <a:latin typeface="+mn-lt"/>
          <a:ea typeface="+mn-ea"/>
          <a:cs typeface="+mn-cs"/>
        </a:defRPr>
      </a:lvl4pPr>
      <a:lvl5pPr marL="1523962" indent="-182875" algn="l" defTabSz="121917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1600" kern="1200">
          <a:solidFill>
            <a:srgbClr val="505E6C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>
          <p15:clr>
            <a:srgbClr val="F26B43"/>
          </p15:clr>
        </p15:guide>
        <p15:guide id="2" pos="384">
          <p15:clr>
            <a:srgbClr val="F26B43"/>
          </p15:clr>
        </p15:guide>
        <p15:guide id="3" orient="horz" pos="3864">
          <p15:clr>
            <a:srgbClr val="F26B43"/>
          </p15:clr>
        </p15:guide>
        <p15:guide id="4" pos="7296">
          <p15:clr>
            <a:srgbClr val="F26B43"/>
          </p15:clr>
        </p15:guide>
        <p15:guide id="5" orient="horz" pos="120">
          <p15:clr>
            <a:srgbClr val="F26B43"/>
          </p15:clr>
        </p15:guide>
        <p15:guide id="6" orient="horz" pos="4224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328">
          <p15:clr>
            <a:srgbClr val="F26B43"/>
          </p15:clr>
        </p15:guide>
        <p15:guide id="9" orient="horz" pos="1032">
          <p15:clr>
            <a:srgbClr val="F26B43"/>
          </p15:clr>
        </p15:guide>
        <p15:guide id="10" orient="horz" pos="37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198A-E16F-622D-84A9-9EF8C6688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WW43’25 SWAV TOOL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5A52C-E800-2B5A-9FF1-B3E9D380F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</a:t>
            </a:r>
            <a:r>
              <a:rPr lang="en-US" dirty="0"/>
              <a:t>hockwave</a:t>
            </a:r>
          </a:p>
          <a:p>
            <a:r>
              <a:rPr lang="en-US" dirty="0">
                <a:solidFill>
                  <a:schemeClr val="bg2"/>
                </a:solidFill>
              </a:rPr>
              <a:t>W</a:t>
            </a:r>
            <a:r>
              <a:rPr lang="en-US" dirty="0"/>
              <a:t>hat-if</a:t>
            </a:r>
          </a:p>
          <a:p>
            <a:r>
              <a:rPr lang="en-US" dirty="0">
                <a:solidFill>
                  <a:schemeClr val="bg2"/>
                </a:solidFill>
              </a:rPr>
              <a:t>A</a:t>
            </a:r>
            <a:r>
              <a:rPr lang="en-US" dirty="0"/>
              <a:t>nalysis</a:t>
            </a:r>
          </a:p>
          <a:p>
            <a:r>
              <a:rPr lang="en-US" dirty="0">
                <a:solidFill>
                  <a:schemeClr val="bg2"/>
                </a:solidFill>
              </a:rPr>
              <a:t>v</a:t>
            </a:r>
            <a:r>
              <a:rPr lang="en-US" dirty="0"/>
              <a:t>alidation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51987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B05A1-AFA4-0672-17FC-5574880EC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491B57-CA2B-314C-8D3E-077C95027C1F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A9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0A9E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DF9D72-41C6-21BC-8B73-8BC2006FE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408559"/>
              </p:ext>
            </p:extLst>
          </p:nvPr>
        </p:nvGraphicFramePr>
        <p:xfrm>
          <a:off x="80046" y="118729"/>
          <a:ext cx="6408136" cy="270063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2161">
                  <a:extLst>
                    <a:ext uri="{9D8B030D-6E8A-4147-A177-3AD203B41FA5}">
                      <a16:colId xmlns:a16="http://schemas.microsoft.com/office/drawing/2014/main" val="3554462201"/>
                    </a:ext>
                  </a:extLst>
                </a:gridCol>
                <a:gridCol w="3037847">
                  <a:extLst>
                    <a:ext uri="{9D8B030D-6E8A-4147-A177-3AD203B41FA5}">
                      <a16:colId xmlns:a16="http://schemas.microsoft.com/office/drawing/2014/main" val="2384986383"/>
                    </a:ext>
                  </a:extLst>
                </a:gridCol>
                <a:gridCol w="1998128">
                  <a:extLst>
                    <a:ext uri="{9D8B030D-6E8A-4147-A177-3AD203B41FA5}">
                      <a16:colId xmlns:a16="http://schemas.microsoft.com/office/drawing/2014/main" val="2522040232"/>
                    </a:ext>
                  </a:extLst>
                </a:gridCol>
              </a:tblGrid>
              <a:tr h="230129">
                <a:tc gridSpan="2"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PROJECT: 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hockwave 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hat-if 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nalysis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alidation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Updated:   10/27/25</a:t>
                      </a:r>
                      <a:endParaRPr lang="en-US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19565"/>
                  </a:ext>
                </a:extLst>
              </a:tr>
              <a:tr h="235871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Goal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Create in-house tool to assess Ad-hoc build plan changes for materials feasibility and financial impact.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458526"/>
                  </a:ext>
                </a:extLst>
              </a:tr>
              <a:tr h="190708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Scope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Inventory items (Direct &amp; Indirect) materials managed thru Oracle impacting below areas: 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Purchasing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 Materials availability and new requirements 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Logistics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 Freight impact cost and pull-in needs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Financial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 Current inventory cost &amp; new scenarios impact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Warehouse</a:t>
                      </a: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 Awareness on potential WH occupancy requirements.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887489"/>
                  </a:ext>
                </a:extLst>
              </a:tr>
              <a:tr h="453827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Expected Benefit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AOP financial accuracy improvement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Flexible scenarios simulation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Real time measurable business impact.</a:t>
                      </a:r>
                    </a:p>
                  </a:txBody>
                  <a:tcPr marL="21946" marR="109728" marT="21946" marB="21946" anchor="ctr" horzOverflow="overflow"/>
                </a:tc>
                <a:tc rowSpan="4">
                  <a:txBody>
                    <a:bodyPr/>
                    <a:lstStyle/>
                    <a:p>
                      <a:pPr marL="0" marR="0" lvl="0" indent="603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Team:</a:t>
                      </a:r>
                      <a:endParaRPr kumimoji="0" 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-Procurement (Monse, Kim &amp; Erick)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-Logistics (Silvia)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-Warehouse (Jonathan)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Tojii</a:t>
                      </a: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(Alvaro) 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695912"/>
                  </a:ext>
                </a:extLst>
              </a:tr>
              <a:tr h="190708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Leader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Erick Duarte</a:t>
                      </a:r>
                    </a:p>
                  </a:txBody>
                  <a:tcPr marL="21946" marR="109728" marT="21946" marB="21946" anchor="ctr" horzOverflow="overflow"/>
                </a:tc>
                <a:tc vMerge="1">
                  <a:txBody>
                    <a:bodyPr/>
                    <a:lstStyle/>
                    <a:p>
                      <a:pPr marL="118745" marR="0" lvl="1" indent="-584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venir Next LT Pro" panose="020B0504020202020204" pitchFamily="34" charset="0"/>
                      </a:endParaRPr>
                    </a:p>
                  </a:txBody>
                  <a:tcPr marL="21946" marR="109728" marT="21946" marB="21946" anchor="ctr" horzOverflow="overflow"/>
                </a:tc>
                <a:extLst>
                  <a:ext uri="{0D108BD9-81ED-4DB2-BD59-A6C34878D82A}">
                    <a16:rowId xmlns:a16="http://schemas.microsoft.com/office/drawing/2014/main" val="919229606"/>
                  </a:ext>
                </a:extLst>
              </a:tr>
              <a:tr h="190708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Sponsor</a:t>
                      </a:r>
                      <a:endParaRPr lang="en-US" sz="800" b="0" dirty="0">
                        <a:solidFill>
                          <a:schemeClr val="bg1"/>
                        </a:solidFill>
                        <a:latin typeface="+mn-lt"/>
                        <a:cs typeface="Arial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TBD</a:t>
                      </a:r>
                    </a:p>
                  </a:txBody>
                  <a:tcPr marL="21946" marR="109728" marT="21946" marB="21946" anchor="ctr" horzOverflow="overflow"/>
                </a:tc>
                <a:tc vMerge="1">
                  <a:txBody>
                    <a:bodyPr/>
                    <a:lstStyle/>
                    <a:p>
                      <a:pPr marL="114300" marR="0" lvl="1" indent="-53975" algn="l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venir Next LT Pro" panose="020B0504020202020204" pitchFamily="34" charset="0"/>
                      </a:endParaRPr>
                    </a:p>
                  </a:txBody>
                  <a:tcPr marL="21946" marR="109728" marT="21946" marB="21946" anchor="ctr" horzOverflow="overflow"/>
                </a:tc>
                <a:extLst>
                  <a:ext uri="{0D108BD9-81ED-4DB2-BD59-A6C34878D82A}">
                    <a16:rowId xmlns:a16="http://schemas.microsoft.com/office/drawing/2014/main" val="1708713238"/>
                  </a:ext>
                </a:extLst>
              </a:tr>
              <a:tr h="653047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chemeClr val="bg1"/>
                          </a:solidFill>
                          <a:latin typeface="+mn-lt"/>
                          <a:cs typeface="Arial"/>
                        </a:rPr>
                        <a:t>Financials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603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N/A</a:t>
                      </a:r>
                    </a:p>
                  </a:txBody>
                  <a:tcPr marL="21946" marR="109728" marT="21946" marB="21946" anchor="ctr" horzOverflow="overflow"/>
                </a:tc>
                <a:tc vMerge="1">
                  <a:txBody>
                    <a:bodyPr/>
                    <a:lstStyle/>
                    <a:p>
                      <a:pPr marL="0" marR="0" lvl="1" indent="603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venir Next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21946" marR="109728" marT="21946" marB="21946" anchor="ctr" horzOverflow="overflow"/>
                </a:tc>
                <a:extLst>
                  <a:ext uri="{0D108BD9-81ED-4DB2-BD59-A6C34878D82A}">
                    <a16:rowId xmlns:a16="http://schemas.microsoft.com/office/drawing/2014/main" val="119929683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8DB8F11-D43C-913E-8FF9-DCBEE8B40AB2}"/>
              </a:ext>
            </a:extLst>
          </p:cNvPr>
          <p:cNvGrpSpPr/>
          <p:nvPr/>
        </p:nvGrpSpPr>
        <p:grpSpPr>
          <a:xfrm>
            <a:off x="2578553" y="111322"/>
            <a:ext cx="2463702" cy="223036"/>
            <a:chOff x="3210577" y="-53410"/>
            <a:chExt cx="2463702" cy="28834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DA6D14-3527-E692-1C01-75EEF08180BD}"/>
                </a:ext>
              </a:extLst>
            </p:cNvPr>
            <p:cNvSpPr txBox="1"/>
            <p:nvPr/>
          </p:nvSpPr>
          <p:spPr>
            <a:xfrm>
              <a:off x="3210577" y="-53410"/>
              <a:ext cx="2463702" cy="18287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marL="0" marR="0" lvl="0" indent="0" algn="l" defTabSz="548413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Effra"/>
                </a:rPr>
                <a:t>        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Effra"/>
                </a:rPr>
                <a:t>Ask             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Effra"/>
                </a:rPr>
                <a:t>Informational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A269E9-C55A-1763-92A1-2E114827F6D5}"/>
                </a:ext>
              </a:extLst>
            </p:cNvPr>
            <p:cNvSpPr/>
            <p:nvPr/>
          </p:nvSpPr>
          <p:spPr>
            <a:xfrm>
              <a:off x="4124342" y="-42053"/>
              <a:ext cx="233227" cy="27699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194" tIns="38098" rIns="76194" bIns="38098" rtlCol="0" anchor="ctr"/>
            <a:lstStyle/>
            <a:p>
              <a:pPr marL="0" marR="0" lvl="0" indent="0" algn="ctr" defTabSz="9142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R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5B5C56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X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5C56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24CEEBE-113C-962A-FD1B-4758453AA298}"/>
              </a:ext>
            </a:extLst>
          </p:cNvPr>
          <p:cNvSpPr/>
          <p:nvPr/>
        </p:nvSpPr>
        <p:spPr>
          <a:xfrm>
            <a:off x="2692992" y="123360"/>
            <a:ext cx="228296" cy="2040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4" tIns="38098" rIns="76194" bIns="38098" rtlCol="0" anchor="ctr"/>
          <a:lstStyle/>
          <a:p>
            <a:pPr marL="0" marR="0" lvl="0" indent="0" algn="ctr" defTabSz="9142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2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3" name="Content Placeholder 15">
            <a:extLst>
              <a:ext uri="{FF2B5EF4-FFF2-40B4-BE49-F238E27FC236}">
                <a16:creationId xmlns:a16="http://schemas.microsoft.com/office/drawing/2014/main" id="{BCDE9A69-ABA3-0B60-0D47-FB34CFE832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0844160"/>
              </p:ext>
            </p:extLst>
          </p:nvPr>
        </p:nvGraphicFramePr>
        <p:xfrm>
          <a:off x="6489187" y="109728"/>
          <a:ext cx="5605209" cy="50942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3407">
                  <a:extLst>
                    <a:ext uri="{9D8B030D-6E8A-4147-A177-3AD203B41FA5}">
                      <a16:colId xmlns:a16="http://schemas.microsoft.com/office/drawing/2014/main" val="1740188594"/>
                    </a:ext>
                  </a:extLst>
                </a:gridCol>
                <a:gridCol w="991193">
                  <a:extLst>
                    <a:ext uri="{9D8B030D-6E8A-4147-A177-3AD203B41FA5}">
                      <a16:colId xmlns:a16="http://schemas.microsoft.com/office/drawing/2014/main" val="2512027225"/>
                    </a:ext>
                  </a:extLst>
                </a:gridCol>
                <a:gridCol w="1000609">
                  <a:extLst>
                    <a:ext uri="{9D8B030D-6E8A-4147-A177-3AD203B41FA5}">
                      <a16:colId xmlns:a16="http://schemas.microsoft.com/office/drawing/2014/main" val="2857437529"/>
                    </a:ext>
                  </a:extLst>
                </a:gridCol>
              </a:tblGrid>
              <a:tr h="371132">
                <a:tc gridSpan="3"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Schedule Milestones</a:t>
                      </a:r>
                    </a:p>
                  </a:txBody>
                  <a:tcPr marL="118628" marR="118628" marT="59314" marB="59314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498414"/>
                  </a:ext>
                </a:extLst>
              </a:tr>
              <a:tr h="252642">
                <a:tc>
                  <a:txBody>
                    <a:bodyPr/>
                    <a:lstStyle/>
                    <a:p>
                      <a:pPr algn="ctr"/>
                      <a:r>
                        <a:rPr lang="en-US" sz="800" b="1" i="1" dirty="0">
                          <a:latin typeface="+mn-lt"/>
                        </a:rPr>
                        <a:t>Description</a:t>
                      </a:r>
                    </a:p>
                  </a:txBody>
                  <a:tcPr marL="118628" marR="118628" marT="59314" marB="5931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1" dirty="0">
                          <a:latin typeface="+mn-lt"/>
                        </a:rPr>
                        <a:t>Plan</a:t>
                      </a:r>
                    </a:p>
                  </a:txBody>
                  <a:tcPr marL="118628" marR="118628" marT="59314" marB="59314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1" dirty="0">
                          <a:latin typeface="+mn-lt"/>
                        </a:rPr>
                        <a:t>Status</a:t>
                      </a:r>
                    </a:p>
                  </a:txBody>
                  <a:tcPr marL="118628" marR="118628" marT="59314" marB="5931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12560"/>
                  </a:ext>
                </a:extLst>
              </a:tr>
              <a:tr h="33541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Project Kick-off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Initial conversation with development</a:t>
                      </a:r>
                    </a:p>
                  </a:txBody>
                  <a:tcPr marL="118628" marR="118628" marT="59314" marB="59314" anchor="ctr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B5C56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10/27/25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Done</a:t>
                      </a:r>
                    </a:p>
                  </a:txBody>
                  <a:tcPr marL="118628" marR="118628" marT="59314" marB="5931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253850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List Data-enablement requirements from data Source.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Understand </a:t>
                      </a: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VIRJE</a:t>
                      </a: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connection feasibility for BOM lists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Understand </a:t>
                      </a: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ORACLE</a:t>
                      </a: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connection feasibility for current inventory quantity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Enable connection with manual workbooks having below information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Item Master </a:t>
                      </a: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list (Shockwave part #, supplier, lead time, unit cost, UOM, standard freight cost etc.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Manual Demand</a:t>
                      </a: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 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B5C56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11/7/25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18628" marR="118628" marT="59314" marB="5931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866905"/>
                  </a:ext>
                </a:extLst>
              </a:tr>
              <a:tr h="736286">
                <a:tc>
                  <a:txBody>
                    <a:bodyPr/>
                    <a:lstStyle/>
                    <a:p>
                      <a:pPr marL="0" marR="0" lvl="0" indent="0" algn="l" defTabSz="5484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Define SDA key figures and cell value (Quantitate vs Qualitative) </a:t>
                      </a:r>
                    </a:p>
                    <a:p>
                      <a:pPr marL="171450" marR="0" lvl="0" indent="-171450" algn="l" defTabSz="5484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Current supplier (Stephen Gould) unit cost is $1.38</a:t>
                      </a:r>
                    </a:p>
                    <a:p>
                      <a:pPr marL="171450" marR="0" lvl="0" indent="-171450" algn="l" defTabSz="5484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New supplier (Nelipak) unit cost is $0.90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5C56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18628" marR="118628" marT="59314" marB="5931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360873"/>
                  </a:ext>
                </a:extLst>
              </a:tr>
              <a:tr h="736286">
                <a:tc>
                  <a:txBody>
                    <a:bodyPr/>
                    <a:lstStyle/>
                    <a:p>
                      <a:pPr marL="0" marR="0" lvl="0" indent="0" algn="l" defTabSz="5484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5C56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18628" marR="118628" marT="59314" marB="5931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934544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5C56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18628" marR="118628" marT="59314" marB="5931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820025"/>
                  </a:ext>
                </a:extLst>
              </a:tr>
              <a:tr h="73628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b="0" dirty="0">
                        <a:highlight>
                          <a:srgbClr val="FF0000"/>
                        </a:highligh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5C56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5C56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18628" marR="118628" marT="59314" marB="5931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954005"/>
                  </a:ext>
                </a:extLst>
              </a:tr>
              <a:tr h="35213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 switch from Expense to Inventory PO</a:t>
                      </a:r>
                    </a:p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Expense PO cancellation and recreation on inventory 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B5C56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10/30/25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B5C56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18628" marR="118628" marT="59314" marB="5931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757663"/>
                  </a:ext>
                </a:extLst>
              </a:tr>
            </a:tbl>
          </a:graphicData>
        </a:graphic>
      </p:graphicFrame>
      <p:graphicFrame>
        <p:nvGraphicFramePr>
          <p:cNvPr id="2" name="Group 252">
            <a:extLst>
              <a:ext uri="{FF2B5EF4-FFF2-40B4-BE49-F238E27FC236}">
                <a16:creationId xmlns:a16="http://schemas.microsoft.com/office/drawing/2014/main" id="{4178087C-0AB4-0D82-8697-36DB39835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050190"/>
              </p:ext>
            </p:extLst>
          </p:nvPr>
        </p:nvGraphicFramePr>
        <p:xfrm>
          <a:off x="64035" y="2812575"/>
          <a:ext cx="6419122" cy="1160040"/>
        </p:xfrm>
        <a:graphic>
          <a:graphicData uri="http://schemas.openxmlformats.org/drawingml/2006/table">
            <a:tbl>
              <a:tblPr/>
              <a:tblGrid>
                <a:gridCol w="360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971">
                  <a:extLst>
                    <a:ext uri="{9D8B030D-6E8A-4147-A177-3AD203B41FA5}">
                      <a16:colId xmlns:a16="http://schemas.microsoft.com/office/drawing/2014/main" val="3900502738"/>
                    </a:ext>
                  </a:extLst>
                </a:gridCol>
                <a:gridCol w="3211427">
                  <a:extLst>
                    <a:ext uri="{9D8B030D-6E8A-4147-A177-3AD203B41FA5}">
                      <a16:colId xmlns:a16="http://schemas.microsoft.com/office/drawing/2014/main" val="2228634812"/>
                    </a:ext>
                  </a:extLst>
                </a:gridCol>
              </a:tblGrid>
              <a:tr h="241521">
                <a:tc gridSpan="2"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60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Project Objectives</a:t>
                      </a:r>
                    </a:p>
                  </a:txBody>
                  <a:tcPr marL="15240" marR="76200" marT="15240" marB="1524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603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Objective Status Update</a:t>
                      </a:r>
                      <a:endParaRPr kumimoji="0" lang="en-US" sz="8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5240" marR="76200" marT="15240" marB="1524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9833"/>
                  </a:ext>
                </a:extLst>
              </a:tr>
              <a:tr h="918519"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5240" marR="76200" marT="15240" marB="1524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J&amp;J toolbox environment and data 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conexion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5240" marR="76200" marT="15240" marB="1524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CR" sz="800" dirty="0">
                        <a:highlight>
                          <a:srgbClr val="FFFF00"/>
                        </a:highligh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5240" marR="76200" marT="15240" marB="1524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059E80-86E6-FF19-A1F9-D51DA6E0C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511022"/>
              </p:ext>
            </p:extLst>
          </p:nvPr>
        </p:nvGraphicFramePr>
        <p:xfrm>
          <a:off x="79041" y="2336196"/>
          <a:ext cx="6397084" cy="476379"/>
        </p:xfrm>
        <a:graphic>
          <a:graphicData uri="http://schemas.openxmlformats.org/drawingml/2006/table">
            <a:tbl>
              <a:tblPr/>
              <a:tblGrid>
                <a:gridCol w="1599271">
                  <a:extLst>
                    <a:ext uri="{9D8B030D-6E8A-4147-A177-3AD203B41FA5}">
                      <a16:colId xmlns:a16="http://schemas.microsoft.com/office/drawing/2014/main" val="1341017922"/>
                    </a:ext>
                  </a:extLst>
                </a:gridCol>
                <a:gridCol w="1599271">
                  <a:extLst>
                    <a:ext uri="{9D8B030D-6E8A-4147-A177-3AD203B41FA5}">
                      <a16:colId xmlns:a16="http://schemas.microsoft.com/office/drawing/2014/main" val="1169356085"/>
                    </a:ext>
                  </a:extLst>
                </a:gridCol>
                <a:gridCol w="1599271">
                  <a:extLst>
                    <a:ext uri="{9D8B030D-6E8A-4147-A177-3AD203B41FA5}">
                      <a16:colId xmlns:a16="http://schemas.microsoft.com/office/drawing/2014/main" val="1248434802"/>
                    </a:ext>
                  </a:extLst>
                </a:gridCol>
                <a:gridCol w="1599271">
                  <a:extLst>
                    <a:ext uri="{9D8B030D-6E8A-4147-A177-3AD203B41FA5}">
                      <a16:colId xmlns:a16="http://schemas.microsoft.com/office/drawing/2014/main" val="1133773171"/>
                    </a:ext>
                  </a:extLst>
                </a:gridCol>
              </a:tblGrid>
              <a:tr h="133511">
                <a:tc gridSpan="4"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Project Health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F79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F79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F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679116"/>
                  </a:ext>
                </a:extLst>
              </a:tr>
              <a:tr h="263019"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Schedule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Budget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Resources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28169"/>
                  </a:ext>
                </a:extLst>
              </a:tr>
            </a:tbl>
          </a:graphicData>
        </a:graphic>
      </p:graphicFrame>
      <p:graphicFrame>
        <p:nvGraphicFramePr>
          <p:cNvPr id="4" name="Group 286">
            <a:extLst>
              <a:ext uri="{FF2B5EF4-FFF2-40B4-BE49-F238E27FC236}">
                <a16:creationId xmlns:a16="http://schemas.microsoft.com/office/drawing/2014/main" id="{796AC109-AC5C-AD0C-D27E-F6051AC31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520943"/>
              </p:ext>
            </p:extLst>
          </p:nvPr>
        </p:nvGraphicFramePr>
        <p:xfrm>
          <a:off x="6476125" y="4684369"/>
          <a:ext cx="5642697" cy="1491241"/>
        </p:xfrm>
        <a:graphic>
          <a:graphicData uri="http://schemas.openxmlformats.org/drawingml/2006/table">
            <a:tbl>
              <a:tblPr/>
              <a:tblGrid>
                <a:gridCol w="532055">
                  <a:extLst>
                    <a:ext uri="{9D8B030D-6E8A-4147-A177-3AD203B41FA5}">
                      <a16:colId xmlns:a16="http://schemas.microsoft.com/office/drawing/2014/main" val="1146708051"/>
                    </a:ext>
                  </a:extLst>
                </a:gridCol>
                <a:gridCol w="550615">
                  <a:extLst>
                    <a:ext uri="{9D8B030D-6E8A-4147-A177-3AD203B41FA5}">
                      <a16:colId xmlns:a16="http://schemas.microsoft.com/office/drawing/2014/main" val="2698035746"/>
                    </a:ext>
                  </a:extLst>
                </a:gridCol>
                <a:gridCol w="211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084">
                <a:tc gridSpan="4"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Risks and Issues</a:t>
                      </a: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C5E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C5E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574966"/>
                  </a:ext>
                </a:extLst>
              </a:tr>
              <a:tr h="436617"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Item #</a:t>
                      </a: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R or I</a:t>
                      </a: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Impact (L/M/H) &amp; Description</a:t>
                      </a: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Mitigation(s)</a:t>
                      </a: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lvl="0" algn="ctr" rtl="0" fontAlgn="t"/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B5C56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B5C56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B5C56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745228"/>
                  </a:ext>
                </a:extLst>
              </a:tr>
            </a:tbl>
          </a:graphicData>
        </a:graphic>
      </p:graphicFrame>
      <p:graphicFrame>
        <p:nvGraphicFramePr>
          <p:cNvPr id="7" name="Group 286">
            <a:extLst>
              <a:ext uri="{FF2B5EF4-FFF2-40B4-BE49-F238E27FC236}">
                <a16:creationId xmlns:a16="http://schemas.microsoft.com/office/drawing/2014/main" id="{42957A7D-C41A-CCDA-88AB-502B6014C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50943"/>
              </p:ext>
            </p:extLst>
          </p:nvPr>
        </p:nvGraphicFramePr>
        <p:xfrm>
          <a:off x="73179" y="3994535"/>
          <a:ext cx="3204360" cy="2181077"/>
        </p:xfrm>
        <a:graphic>
          <a:graphicData uri="http://schemas.openxmlformats.org/drawingml/2006/table">
            <a:tbl>
              <a:tblPr/>
              <a:tblGrid>
                <a:gridCol w="320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3785"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Completed Actions / Recent Successes</a:t>
                      </a: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292"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603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Effr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18288" marB="18288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727690"/>
                  </a:ext>
                </a:extLst>
              </a:tr>
            </a:tbl>
          </a:graphicData>
        </a:graphic>
      </p:graphicFrame>
      <p:graphicFrame>
        <p:nvGraphicFramePr>
          <p:cNvPr id="16" name="Group 286">
            <a:extLst>
              <a:ext uri="{FF2B5EF4-FFF2-40B4-BE49-F238E27FC236}">
                <a16:creationId xmlns:a16="http://schemas.microsoft.com/office/drawing/2014/main" id="{A54C145B-53F2-4DC2-48CF-2E523ACEC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995730"/>
              </p:ext>
            </p:extLst>
          </p:nvPr>
        </p:nvGraphicFramePr>
        <p:xfrm>
          <a:off x="3295776" y="3994534"/>
          <a:ext cx="3184011" cy="2181076"/>
        </p:xfrm>
        <a:graphic>
          <a:graphicData uri="http://schemas.openxmlformats.org/drawingml/2006/table">
            <a:tbl>
              <a:tblPr/>
              <a:tblGrid>
                <a:gridCol w="3184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7320"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Planned Actions</a:t>
                      </a:r>
                    </a:p>
                  </a:txBody>
                  <a:tcPr marT="18288" marB="18288" anchor="ctr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878">
                <a:tc>
                  <a:txBody>
                    <a:bodyPr/>
                    <a:lstStyle>
                      <a:lvl1pPr marL="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1pPr>
                      <a:lvl2pPr marL="5486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2pPr>
                      <a:lvl3pPr marL="10972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3pPr>
                      <a:lvl4pPr marL="16459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4pPr>
                      <a:lvl5pPr marL="219456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5pPr>
                      <a:lvl6pPr marL="274320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6pPr>
                      <a:lvl7pPr marL="329184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7pPr>
                      <a:lvl8pPr marL="384048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8pPr>
                      <a:lvl9pPr marL="4389120" algn="l" defTabSz="1097280" rtl="0" eaLnBrk="1" latinLnBrk="0" hangingPunct="1">
                        <a:defRPr sz="2160" kern="1200">
                          <a:solidFill>
                            <a:schemeClr val="tx1"/>
                          </a:solidFill>
                          <a:latin typeface="Effra"/>
                        </a:defRPr>
                      </a:lvl9pPr>
                    </a:lstStyle>
                    <a:p>
                      <a:pPr marL="171450" marR="0" lvl="0" indent="-1714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/>
                        <a:t>Create list for ALL PN attributes (Unit Cost, </a:t>
                      </a:r>
                      <a:r>
                        <a:rPr lang="en-US" sz="800" dirty="0" err="1"/>
                        <a:t>Freig</a:t>
                      </a:r>
                      <a:endParaRPr lang="en-US" sz="800" dirty="0"/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marT="18288" marB="18288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727690"/>
                  </a:ext>
                </a:extLst>
              </a:tr>
              <a:tr h="98687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dirty="0"/>
                    </a:p>
                  </a:txBody>
                  <a:tcPr marT="18288" marB="18288" horzOverflow="overflow">
                    <a:lnL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40441"/>
                  </a:ext>
                </a:extLst>
              </a:tr>
            </a:tbl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8635250C-0262-87FB-6E66-A85DAFB8BD9A}"/>
              </a:ext>
            </a:extLst>
          </p:cNvPr>
          <p:cNvSpPr/>
          <p:nvPr/>
        </p:nvSpPr>
        <p:spPr>
          <a:xfrm>
            <a:off x="1317161" y="2574385"/>
            <a:ext cx="244549" cy="216270"/>
          </a:xfrm>
          <a:prstGeom prst="ellipse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6777DF-65A4-4156-3E3A-4FDD5A04D82A}"/>
              </a:ext>
            </a:extLst>
          </p:cNvPr>
          <p:cNvSpPr/>
          <p:nvPr/>
        </p:nvSpPr>
        <p:spPr>
          <a:xfrm>
            <a:off x="2818206" y="2574385"/>
            <a:ext cx="244549" cy="216270"/>
          </a:xfrm>
          <a:prstGeom prst="ellipse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A765E0-35EA-95F8-74C7-C54F8B070612}"/>
              </a:ext>
            </a:extLst>
          </p:cNvPr>
          <p:cNvSpPr/>
          <p:nvPr/>
        </p:nvSpPr>
        <p:spPr>
          <a:xfrm>
            <a:off x="4500840" y="2569408"/>
            <a:ext cx="244549" cy="216270"/>
          </a:xfrm>
          <a:prstGeom prst="ellipse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5A8E8D-04DE-4E18-5E93-6168F9406B1C}"/>
              </a:ext>
            </a:extLst>
          </p:cNvPr>
          <p:cNvSpPr/>
          <p:nvPr/>
        </p:nvSpPr>
        <p:spPr>
          <a:xfrm>
            <a:off x="6001885" y="2569408"/>
            <a:ext cx="244549" cy="216270"/>
          </a:xfrm>
          <a:prstGeom prst="ellipse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ea typeface="Roboto" charset="0"/>
              <a:cs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6E8E7DA-F01D-1B0F-FEC1-DFB93276D349}"/>
              </a:ext>
            </a:extLst>
          </p:cNvPr>
          <p:cNvSpPr/>
          <p:nvPr/>
        </p:nvSpPr>
        <p:spPr>
          <a:xfrm>
            <a:off x="6632873" y="5832876"/>
            <a:ext cx="244549" cy="216270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ea typeface="Roboto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47110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C352CF7-4CF4-26A9-CF35-0638DB82EC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69" y="85699"/>
            <a:ext cx="5023539" cy="8010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3961"/>
                </a:solidFill>
                <a:latin typeface="Century Gothic" panose="020B0502020202020204" pitchFamily="34" charset="0"/>
              </a:rPr>
              <a:t>Busines</a:t>
            </a:r>
            <a:r>
              <a:rPr lang="en-US" sz="3200" dirty="0">
                <a:solidFill>
                  <a:srgbClr val="003961"/>
                </a:solidFill>
                <a:latin typeface="Century Gothic" panose="020B0502020202020204" pitchFamily="34" charset="0"/>
              </a:rPr>
              <a:t>s case</a:t>
            </a:r>
            <a:endParaRPr lang="en-US" b="1" dirty="0">
              <a:solidFill>
                <a:srgbClr val="00396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5E3C04-29A2-B628-CE7B-A0099A0F5A90}"/>
              </a:ext>
            </a:extLst>
          </p:cNvPr>
          <p:cNvGrpSpPr/>
          <p:nvPr/>
        </p:nvGrpSpPr>
        <p:grpSpPr>
          <a:xfrm>
            <a:off x="31393" y="1024067"/>
            <a:ext cx="10409074" cy="324709"/>
            <a:chOff x="349695" y="2412325"/>
            <a:chExt cx="4963473" cy="324709"/>
          </a:xfrm>
          <a:solidFill>
            <a:srgbClr val="00D1FF"/>
          </a:solidFill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3649009C-7CC1-A3B8-AEA9-4726FB6A167B}"/>
                </a:ext>
              </a:extLst>
            </p:cNvPr>
            <p:cNvSpPr/>
            <p:nvPr/>
          </p:nvSpPr>
          <p:spPr>
            <a:xfrm>
              <a:off x="534423" y="2412325"/>
              <a:ext cx="4778745" cy="324709"/>
            </a:xfrm>
            <a:prstGeom prst="chevron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Clarify the Problem</a:t>
              </a:r>
            </a:p>
          </p:txBody>
        </p:sp>
        <p:sp>
          <p:nvSpPr>
            <p:cNvPr id="28" name="Flowchart: Connector 27">
              <a:extLst>
                <a:ext uri="{FF2B5EF4-FFF2-40B4-BE49-F238E27FC236}">
                  <a16:creationId xmlns:a16="http://schemas.microsoft.com/office/drawing/2014/main" id="{62AEDA0E-2783-B865-93C0-96009F6D48E3}"/>
                </a:ext>
              </a:extLst>
            </p:cNvPr>
            <p:cNvSpPr/>
            <p:nvPr/>
          </p:nvSpPr>
          <p:spPr>
            <a:xfrm>
              <a:off x="349695" y="2412325"/>
              <a:ext cx="184728" cy="324709"/>
            </a:xfrm>
            <a:prstGeom prst="flowChartConnector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R" sz="1600" b="1" dirty="0"/>
                <a:t>1</a:t>
              </a:r>
              <a:endParaRPr lang="en-US" sz="1600" b="1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AAE1FA2-6900-753F-AC29-EBD165557682}"/>
              </a:ext>
            </a:extLst>
          </p:cNvPr>
          <p:cNvSpPr/>
          <p:nvPr/>
        </p:nvSpPr>
        <p:spPr>
          <a:xfrm>
            <a:off x="418793" y="1372440"/>
            <a:ext cx="10021674" cy="32470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US" sz="1050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Currently, Shockwave doesn’t have a tool for </a:t>
            </a:r>
            <a:r>
              <a:rPr lang="en-US" sz="1050" b="1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What-If</a:t>
            </a:r>
            <a:r>
              <a:rPr lang="en-US" sz="1050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Analysis to measure/validate new or (ad-hoc) intended build plan changes and their impact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870753-B803-A905-0D16-676CBB4A3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93" y="1920240"/>
            <a:ext cx="8850833" cy="3291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B4B218-8B42-1AD6-65FB-3D609D7E7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7" y="2913897"/>
            <a:ext cx="2440503" cy="125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5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1395A-8174-66CE-2393-FDB8C4D9A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A829810-7E99-CCA8-89BB-060748FBAA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69" y="85699"/>
            <a:ext cx="5023539" cy="8010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3961"/>
                </a:solidFill>
                <a:latin typeface="Century Gothic" panose="020B0502020202020204" pitchFamily="34" charset="0"/>
              </a:rPr>
              <a:t>Busines</a:t>
            </a:r>
            <a:r>
              <a:rPr lang="en-US" sz="3200" dirty="0">
                <a:solidFill>
                  <a:srgbClr val="003961"/>
                </a:solidFill>
                <a:latin typeface="Century Gothic" panose="020B0502020202020204" pitchFamily="34" charset="0"/>
              </a:rPr>
              <a:t>s case</a:t>
            </a:r>
            <a:endParaRPr lang="en-US" b="1" dirty="0">
              <a:solidFill>
                <a:srgbClr val="00396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41C498D-5EC3-972E-4CF9-B4459B4E4DE6}"/>
              </a:ext>
            </a:extLst>
          </p:cNvPr>
          <p:cNvGrpSpPr/>
          <p:nvPr/>
        </p:nvGrpSpPr>
        <p:grpSpPr>
          <a:xfrm>
            <a:off x="31393" y="1024067"/>
            <a:ext cx="10409074" cy="324709"/>
            <a:chOff x="349695" y="2412325"/>
            <a:chExt cx="4963473" cy="324709"/>
          </a:xfrm>
          <a:solidFill>
            <a:srgbClr val="00D1FF"/>
          </a:solidFill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BFE3C1F0-7088-6897-22BA-8FA2DED02C03}"/>
                </a:ext>
              </a:extLst>
            </p:cNvPr>
            <p:cNvSpPr/>
            <p:nvPr/>
          </p:nvSpPr>
          <p:spPr>
            <a:xfrm>
              <a:off x="534423" y="2412325"/>
              <a:ext cx="4778745" cy="324709"/>
            </a:xfrm>
            <a:prstGeom prst="chevron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Proposed Solution</a:t>
              </a:r>
            </a:p>
          </p:txBody>
        </p:sp>
        <p:sp>
          <p:nvSpPr>
            <p:cNvPr id="28" name="Flowchart: Connector 27">
              <a:extLst>
                <a:ext uri="{FF2B5EF4-FFF2-40B4-BE49-F238E27FC236}">
                  <a16:creationId xmlns:a16="http://schemas.microsoft.com/office/drawing/2014/main" id="{A38833C8-EBB7-9207-776C-1DB77C07C634}"/>
                </a:ext>
              </a:extLst>
            </p:cNvPr>
            <p:cNvSpPr/>
            <p:nvPr/>
          </p:nvSpPr>
          <p:spPr>
            <a:xfrm>
              <a:off x="349695" y="2412325"/>
              <a:ext cx="184728" cy="324709"/>
            </a:xfrm>
            <a:prstGeom prst="flowChartConnector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R" sz="1600" b="1" dirty="0"/>
                <a:t>2</a:t>
              </a:r>
              <a:endParaRPr lang="en-US" sz="1600" b="1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2EF8BFD-5475-B98D-4DE4-86E2ED84202A}"/>
              </a:ext>
            </a:extLst>
          </p:cNvPr>
          <p:cNvSpPr/>
          <p:nvPr/>
        </p:nvSpPr>
        <p:spPr>
          <a:xfrm>
            <a:off x="418793" y="1372440"/>
            <a:ext cx="9840775" cy="32470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US" sz="1050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tool that allows buyer to perform simulations on demand changes at FG level, this will trigger BOM explosion to validate intended changes feasibility.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E30CA0-A8C1-F367-B9C0-35ED61E8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3" y="2095508"/>
            <a:ext cx="8221673" cy="20869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8C9396-2878-2A39-98A7-C9F188B22085}"/>
              </a:ext>
            </a:extLst>
          </p:cNvPr>
          <p:cNvSpPr/>
          <p:nvPr/>
        </p:nvSpPr>
        <p:spPr>
          <a:xfrm>
            <a:off x="418793" y="1794958"/>
            <a:ext cx="2719580" cy="243328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US" sz="1050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Changes at FG Level [</a:t>
            </a:r>
            <a:r>
              <a:rPr lang="en-US" sz="1050" b="1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DELTAS</a:t>
            </a:r>
            <a:r>
              <a:rPr lang="en-US" sz="1050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04102-9DFB-891A-E42B-BECDDBB34989}"/>
              </a:ext>
            </a:extLst>
          </p:cNvPr>
          <p:cNvSpPr txBox="1"/>
          <p:nvPr/>
        </p:nvSpPr>
        <p:spPr>
          <a:xfrm>
            <a:off x="8738309" y="2101798"/>
            <a:ext cx="3042518" cy="2074414"/>
          </a:xfrm>
          <a:prstGeom prst="rect">
            <a:avLst/>
          </a:prstGeom>
        </p:spPr>
        <p:txBody>
          <a:bodyPr vert="horz" wrap="square" lIns="60960" tIns="60960" rIns="60960" bIns="60960" rtlCol="0" anchor="ctr" anchorCtr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What-if IF we want to...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FG67914-2512 | Increase demand by 3K on WW49 but decrease 2K in WW51 &amp; WW52 too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FG67914-3012 | Increase demand by 1,5K on WW49 but decrease 1K in WW51 &amp; 0.8K in WW52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FG67914-3512 | Increase demand by 1K on WW49 but decrease 0,5K in WW51 &amp; WW52 too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FG67914-4012 | Increase demand by 2K on WW49, increase 1K in WW51 and decrease 5K on WW52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73096-5D8D-2CBD-7D0D-54DFA2676B98}"/>
              </a:ext>
            </a:extLst>
          </p:cNvPr>
          <p:cNvSpPr txBox="1"/>
          <p:nvPr/>
        </p:nvSpPr>
        <p:spPr>
          <a:xfrm>
            <a:off x="8919208" y="4783925"/>
            <a:ext cx="3042518" cy="1212640"/>
          </a:xfrm>
          <a:prstGeom prst="rect">
            <a:avLst/>
          </a:prstGeom>
        </p:spPr>
        <p:txBody>
          <a:bodyPr vert="horz" wrap="square" lIns="60960" tIns="60960" rIns="60960" bIns="60960" rtlCol="0" anchor="ctr" anchorCtr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Where I will see the impact...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Constrain on WW53 onwards to meet build plan requirements.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Buyer response to this scenarios is “</a:t>
            </a:r>
            <a:r>
              <a:rPr lang="en-US" sz="800" b="1" dirty="0">
                <a:solidFill>
                  <a:srgbClr val="FF0000"/>
                </a:solidFill>
              </a:rPr>
              <a:t>Unsupported</a:t>
            </a:r>
            <a:r>
              <a:rPr lang="en-US" sz="800" dirty="0"/>
              <a:t>” but clan create more scenarios and recommend new “</a:t>
            </a:r>
            <a:r>
              <a:rPr lang="en-US" sz="800" b="1" dirty="0"/>
              <a:t>linearity</a:t>
            </a:r>
            <a:r>
              <a:rPr lang="en-US" sz="800" dirty="0"/>
              <a:t>” to planning to minimize the impact while propose a </a:t>
            </a:r>
            <a:r>
              <a:rPr lang="en-US" sz="800" b="1" dirty="0"/>
              <a:t>recovery plan</a:t>
            </a:r>
            <a:r>
              <a:rPr lang="en-US" sz="8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 dirty="0"/>
              <a:t>In case of material constraints, we can simulate changes on the build plan mix to validate </a:t>
            </a:r>
            <a:r>
              <a:rPr lang="en-US" sz="800"/>
              <a:t>feasibility.</a:t>
            </a:r>
            <a:endParaRPr lang="en-US" sz="8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67A67E-588D-74B2-89AF-63F7389B1CE9}"/>
              </a:ext>
            </a:extLst>
          </p:cNvPr>
          <p:cNvSpPr/>
          <p:nvPr/>
        </p:nvSpPr>
        <p:spPr>
          <a:xfrm>
            <a:off x="7971357" y="5390245"/>
            <a:ext cx="669109" cy="187309"/>
          </a:xfrm>
          <a:prstGeom prst="rightArrow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3050DB-992D-A465-D8EE-CC6074870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3" y="4512882"/>
            <a:ext cx="7541055" cy="15221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4A8B0F-353A-5E17-DD04-5C5018D19FA0}"/>
              </a:ext>
            </a:extLst>
          </p:cNvPr>
          <p:cNvSpPr/>
          <p:nvPr/>
        </p:nvSpPr>
        <p:spPr>
          <a:xfrm>
            <a:off x="418792" y="4266958"/>
            <a:ext cx="4400095" cy="243328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US" sz="1050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SDA (Supply Daily Analysis) Details – Checking Constrained parts.</a:t>
            </a:r>
          </a:p>
        </p:txBody>
      </p:sp>
    </p:spTree>
    <p:extLst>
      <p:ext uri="{BB962C8B-B14F-4D97-AF65-F5344CB8AC3E}">
        <p14:creationId xmlns:p14="http://schemas.microsoft.com/office/powerpoint/2010/main" val="2011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A8044-1C63-2C79-8F13-DDB515C9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F8D700-0F5E-E166-31D8-4C0725F1C2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69" y="85699"/>
            <a:ext cx="5023539" cy="8010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3961"/>
                </a:solidFill>
                <a:latin typeface="Century Gothic" panose="020B0502020202020204" pitchFamily="34" charset="0"/>
              </a:rPr>
              <a:t>Busines</a:t>
            </a:r>
            <a:r>
              <a:rPr lang="en-US" sz="3200" dirty="0">
                <a:solidFill>
                  <a:srgbClr val="003961"/>
                </a:solidFill>
                <a:latin typeface="Century Gothic" panose="020B0502020202020204" pitchFamily="34" charset="0"/>
              </a:rPr>
              <a:t>s case</a:t>
            </a:r>
            <a:endParaRPr lang="en-US" b="1" dirty="0">
              <a:solidFill>
                <a:srgbClr val="00396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4BC712-B698-1861-865F-95F5B9F3DEE2}"/>
              </a:ext>
            </a:extLst>
          </p:cNvPr>
          <p:cNvGrpSpPr/>
          <p:nvPr/>
        </p:nvGrpSpPr>
        <p:grpSpPr>
          <a:xfrm>
            <a:off x="31393" y="1024067"/>
            <a:ext cx="10409074" cy="324709"/>
            <a:chOff x="349695" y="2412325"/>
            <a:chExt cx="4963473" cy="324709"/>
          </a:xfrm>
          <a:solidFill>
            <a:srgbClr val="00D1FF"/>
          </a:solidFill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DFBA67A5-B9D3-45A0-D770-37AD8B581666}"/>
                </a:ext>
              </a:extLst>
            </p:cNvPr>
            <p:cNvSpPr/>
            <p:nvPr/>
          </p:nvSpPr>
          <p:spPr>
            <a:xfrm>
              <a:off x="534423" y="2412325"/>
              <a:ext cx="4778745" cy="324709"/>
            </a:xfrm>
            <a:prstGeom prst="chevron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Nice to have</a:t>
              </a:r>
            </a:p>
          </p:txBody>
        </p:sp>
        <p:sp>
          <p:nvSpPr>
            <p:cNvPr id="28" name="Flowchart: Connector 27">
              <a:extLst>
                <a:ext uri="{FF2B5EF4-FFF2-40B4-BE49-F238E27FC236}">
                  <a16:creationId xmlns:a16="http://schemas.microsoft.com/office/drawing/2014/main" id="{FC71290A-A48E-86AF-B25A-377ED245098B}"/>
                </a:ext>
              </a:extLst>
            </p:cNvPr>
            <p:cNvSpPr/>
            <p:nvPr/>
          </p:nvSpPr>
          <p:spPr>
            <a:xfrm>
              <a:off x="349695" y="2412325"/>
              <a:ext cx="184728" cy="324709"/>
            </a:xfrm>
            <a:prstGeom prst="flowChartConnector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R" sz="1600" b="1" dirty="0"/>
                <a:t>3</a:t>
              </a:r>
              <a:endParaRPr lang="en-US" sz="1600" b="1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0AFC5BF-FF37-DC30-22C4-BBB5169CEF8F}"/>
              </a:ext>
            </a:extLst>
          </p:cNvPr>
          <p:cNvSpPr/>
          <p:nvPr/>
        </p:nvSpPr>
        <p:spPr>
          <a:xfrm>
            <a:off x="418793" y="1372440"/>
            <a:ext cx="10021674" cy="32470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US" sz="1050" dirty="0">
                <a:solidFill>
                  <a:srgbClr val="156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tool that allows buyer to simulate scenarios driven by demand changes based on buyer preferences and market requirements.</a:t>
            </a:r>
          </a:p>
          <a:p>
            <a:pPr lvl="0">
              <a:defRPr/>
            </a:pPr>
            <a:endParaRPr lang="en-US" sz="1050" dirty="0">
              <a:solidFill>
                <a:srgbClr val="1560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121834"/>
      </p:ext>
    </p:extLst>
  </p:cSld>
  <p:clrMapOvr>
    <a:masterClrMapping/>
  </p:clrMapOvr>
</p:sld>
</file>

<file path=ppt/theme/theme1.xml><?xml version="1.0" encoding="utf-8"?>
<a:theme xmlns:a="http://schemas.openxmlformats.org/drawingml/2006/main" name="Shockwave Template 2020">
  <a:themeElements>
    <a:clrScheme name="">
      <a:dk1>
        <a:srgbClr val="5B5C56"/>
      </a:dk1>
      <a:lt1>
        <a:srgbClr val="FFFFFF"/>
      </a:lt1>
      <a:dk2>
        <a:srgbClr val="00A9E8"/>
      </a:dk2>
      <a:lt2>
        <a:srgbClr val="FFFFFF"/>
      </a:lt2>
      <a:accent1>
        <a:srgbClr val="00A9E8"/>
      </a:accent1>
      <a:accent2>
        <a:srgbClr val="0054A6"/>
      </a:accent2>
      <a:accent3>
        <a:srgbClr val="5B5C56"/>
      </a:accent3>
      <a:accent4>
        <a:srgbClr val="E6B93A"/>
      </a:accent4>
      <a:accent5>
        <a:srgbClr val="5DBA76"/>
      </a:accent5>
      <a:accent6>
        <a:srgbClr val="F6F6F6"/>
      </a:accent6>
      <a:hlink>
        <a:srgbClr val="0054A6"/>
      </a:hlink>
      <a:folHlink>
        <a:srgbClr val="18B3E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lnSpc>
            <a:spcPct val="90000"/>
          </a:lnSpc>
          <a:spcAft>
            <a:spcPts val="600"/>
          </a:spcAft>
          <a:defRPr sz="1600" dirty="0">
            <a:latin typeface="Arial" panose="020B0604020202020204" pitchFamily="34" charset="0"/>
            <a:ea typeface="Roboto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60960" tIns="60960" rIns="60960" bIns="60960" rtlCol="0" anchor="ctr" anchorCtr="0">
        <a:spAutoFit/>
      </a:bodyPr>
      <a:lstStyle>
        <a:defPPr algn="l">
          <a:lnSpc>
            <a:spcPct val="90000"/>
          </a:lnSpc>
          <a:spcAft>
            <a:spcPts val="600"/>
          </a:spcAft>
          <a:defRPr sz="16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69477C57276748BDFF4F5D5ABE5105" ma:contentTypeVersion="6" ma:contentTypeDescription="Create a new document." ma:contentTypeScope="" ma:versionID="44eab3b327e3b527cf39418729326202">
  <xsd:schema xmlns:xsd="http://www.w3.org/2001/XMLSchema" xmlns:xs="http://www.w3.org/2001/XMLSchema" xmlns:p="http://schemas.microsoft.com/office/2006/metadata/properties" xmlns:ns2="cc133f6c-ddbd-4ec1-b3cb-78f1107f4bed" xmlns:ns3="d7e5cf71-433b-4645-ae50-31e2b272ff36" targetNamespace="http://schemas.microsoft.com/office/2006/metadata/properties" ma:root="true" ma:fieldsID="d34c1e57c2511199105403662c8439c7" ns2:_="" ns3:_="">
    <xsd:import namespace="cc133f6c-ddbd-4ec1-b3cb-78f1107f4bed"/>
    <xsd:import namespace="d7e5cf71-433b-4645-ae50-31e2b272ff3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33f6c-ddbd-4ec1-b3cb-78f1107f4be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5cf71-433b-4645-ae50-31e2b272ff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6373C9-3E20-4A4C-9F99-7678050481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C0F670-6C1E-4D4F-9D45-F970B32D80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133f6c-ddbd-4ec1-b3cb-78f1107f4bed"/>
    <ds:schemaRef ds:uri="d7e5cf71-433b-4645-ae50-31e2b272ff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2B700D-18F6-47C7-A0AC-8A0D856C561E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d7e5cf71-433b-4645-ae50-31e2b272ff36"/>
    <ds:schemaRef ds:uri="cc133f6c-ddbd-4ec1-b3cb-78f1107f4bed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582</Words>
  <Application>Microsoft Office PowerPoint</Application>
  <PresentationFormat>Widescreen</PresentationFormat>
  <Paragraphs>105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Arial</vt:lpstr>
      <vt:lpstr>Avenir Next LT Pro</vt:lpstr>
      <vt:lpstr>Century Gothic</vt:lpstr>
      <vt:lpstr>Effra</vt:lpstr>
      <vt:lpstr>Roboto</vt:lpstr>
      <vt:lpstr>System Font Regular</vt:lpstr>
      <vt:lpstr>Wingdings</vt:lpstr>
      <vt:lpstr>Shockwave Template 2020</vt:lpstr>
      <vt:lpstr>WW43’25 SWAV TOOL</vt:lpstr>
      <vt:lpstr>PowerPoint Presentation</vt:lpstr>
      <vt:lpstr>Business case</vt:lpstr>
      <vt:lpstr>Business case</vt:lpstr>
      <vt:lpstr>Business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Alejandro Ramirez</dc:creator>
  <cp:lastModifiedBy>Duarte Salas, Erick [SWMLA]</cp:lastModifiedBy>
  <cp:revision>14</cp:revision>
  <dcterms:created xsi:type="dcterms:W3CDTF">2024-01-25T17:37:58Z</dcterms:created>
  <dcterms:modified xsi:type="dcterms:W3CDTF">2025-11-26T19:21:06Z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0x010100B169477C57276748BDFF4F5D5ABE5105</vt:lpwstr>
  </property>
</Properties>
</file>