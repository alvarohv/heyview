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SWAV What-if Tool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&amp; Demand Analysis  ·  what was built, before the demo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38160" y="40233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Johnson &amp; Johnson MedTech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38160" y="658368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review  ·  26 May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08176"/>
            <a:ext cx="3977640" cy="3346704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08176"/>
            <a:ext cx="64008" cy="3346704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682496"/>
            <a:ext cx="128016" cy="12801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819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WAS BUILT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1920240"/>
            <a:ext cx="3465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pulls five live data sources into a single, refreshable Supply / Demand Analysis. No manual lookups.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56916"/>
            <a:ext cx="91440" cy="914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264261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forward view, per component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91440" cy="914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040380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finished goods → 2,040 component lines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552444"/>
            <a:ext cx="91440" cy="914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3438144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adjustments cascade live across all weeks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950208"/>
            <a:ext cx="91440" cy="914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3835908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on-hand auto-flagged as line-down risk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347972"/>
            <a:ext cx="91440" cy="914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233672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both sites: United States &amp; Costa Rica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1408176"/>
            <a:ext cx="7114032" cy="3346704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1408176"/>
            <a:ext cx="64008" cy="3346704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0328" y="1682496"/>
            <a:ext cx="128016" cy="12801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5" name="Text 23"/>
          <p:cNvSpPr/>
          <p:nvPr/>
        </p:nvSpPr>
        <p:spPr>
          <a:xfrm>
            <a:off x="5111496" y="15819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 →  AFTER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41080" y="16002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to produce it, every refresh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10328" y="1975104"/>
          <a:ext cx="6528816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920240"/>
                <a:gridCol w="209397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SITE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FGs IN SCOPE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MANUAL REVIEW *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36.5 hrs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Costa Rica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3.2 hrs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39.7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910328" y="3493008"/>
            <a:ext cx="6528816" cy="4937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9" name="Text 26"/>
          <p:cNvSpPr/>
          <p:nvPr/>
        </p:nvSpPr>
        <p:spPr>
          <a:xfrm>
            <a:off x="4910328" y="3493008"/>
            <a:ext cx="6528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40 hrs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manual review every cycle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→    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minutes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one click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910328" y="4023360"/>
            <a:ext cx="6528816" cy="493776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31" name="Text 28"/>
          <p:cNvSpPr/>
          <p:nvPr/>
        </p:nvSpPr>
        <p:spPr>
          <a:xfrm>
            <a:off x="4910328" y="4023360"/>
            <a:ext cx="6528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Repeated weekly  ·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2,060 hrs/yr</a:t>
            </a:r>
            <a:pPr algn="ctr" indent="0" marL="0">
              <a:buNone/>
            </a:pPr>
            <a:r>
              <a:rPr lang="en-US" sz="1300" b="1" dirty="0">
                <a:solidFill>
                  <a:srgbClr val="C9C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→      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$72,000 / year</a:t>
            </a:r>
            <a:pPr algn="ctr" indent="0" marL="0">
              <a:buNone/>
            </a:pPr>
            <a:r>
              <a:rPr lang="en-US" sz="1100" dirty="0">
                <a:solidFill>
                  <a:srgbClr val="C9C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removed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910328" y="45537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≈ 3 min to review each FG manually (planning-team estimate)  ·  weekly cadence  ·  $35/hr fully-loaded rate.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4937760"/>
            <a:ext cx="12191695" cy="1517904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34" name="Shape 31"/>
          <p:cNvSpPr/>
          <p:nvPr/>
        </p:nvSpPr>
        <p:spPr>
          <a:xfrm>
            <a:off x="457200" y="5184648"/>
            <a:ext cx="128016" cy="12801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5" name="Text 32"/>
          <p:cNvSpPr/>
          <p:nvPr/>
        </p:nvSpPr>
        <p:spPr>
          <a:xfrm>
            <a:off x="658368" y="50840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40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57200" y="5413248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≈ $72k/year is only the manual effort removed. 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prize: what-if scenarios reveal supply gaps weeks ahead, so the team acts today to prevent stock-outs, excess inventory and costly line-down events.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8229600" y="5212080"/>
            <a:ext cx="0" cy="969264"/>
          </a:xfrm>
          <a:prstGeom prst="line">
            <a:avLst/>
          </a:prstGeom>
          <a:noFill/>
          <a:ln w="12700">
            <a:solidFill>
              <a:srgbClr val="4A4D5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503920" y="5184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40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THIS WEEK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503920" y="5449824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used on a real supply scenario, catching future gaps early and closing them before they became line-down risk.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SWAV What-if Tool — Project Summary</dc:title>
  <dc:subject>PptxGenJS Presentation</dc:subject>
  <dc:creator>Alvaro Hernandez</dc:creator>
  <cp:lastModifiedBy>Alvaro Hernandez</cp:lastModifiedBy>
  <cp:revision>1</cp:revision>
  <dcterms:created xsi:type="dcterms:W3CDTF">2026-05-23T13:50:46Z</dcterms:created>
  <dcterms:modified xsi:type="dcterms:W3CDTF">2026-05-23T13:50:46Z</dcterms:modified>
</cp:coreProperties>
</file>